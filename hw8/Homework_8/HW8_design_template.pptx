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8"/>
  </p:notesMasterIdLst>
  <p:sldIdLst>
    <p:sldId id="256" r:id="rId6"/>
    <p:sldId id="257" r:id="rId7"/>
  </p:sldIdLst>
  <p:sldSz cx="15544800" cy="9144000"/>
  <p:notesSz cx="6858000" cy="9144000"/>
  <p:defaultTextStyle>
    <a:defPPr>
      <a:defRPr lang="en-US"/>
    </a:defPPr>
    <a:lvl1pPr marL="0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05368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10736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16104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21473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526841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232209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4937577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642945" algn="l" defTabSz="1410736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FB62D-8843-4AAF-B131-A58C0D9A4015}" v="2" dt="2023-02-09T05:18:54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596" y="32"/>
      </p:cViewPr>
      <p:guideLst>
        <p:guide orient="horz" pos="2880"/>
        <p:guide pos="4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5EFFB62D-8843-4AAF-B131-A58C0D9A4015}"/>
    <pc:docChg chg="custSel modSld">
      <pc:chgData name="York, George W Civ USAF USAFA DF/DFEC" userId="1fb5875a-4594-4db2-80fb-f0db3de11280" providerId="ADAL" clId="{5EFFB62D-8843-4AAF-B131-A58C0D9A4015}" dt="2023-02-09T05:18:54.296" v="3" actId="14100"/>
      <pc:docMkLst>
        <pc:docMk/>
      </pc:docMkLst>
      <pc:sldChg chg="addSp delSp modSp mod">
        <pc:chgData name="York, George W Civ USAF USAFA DF/DFEC" userId="1fb5875a-4594-4db2-80fb-f0db3de11280" providerId="ADAL" clId="{5EFFB62D-8843-4AAF-B131-A58C0D9A4015}" dt="2023-02-09T05:18:54.296" v="3" actId="14100"/>
        <pc:sldMkLst>
          <pc:docMk/>
          <pc:sldMk cId="2809407194" sldId="256"/>
        </pc:sldMkLst>
        <pc:graphicFrameChg chg="add mod">
          <ac:chgData name="York, George W Civ USAF USAFA DF/DFEC" userId="1fb5875a-4594-4db2-80fb-f0db3de11280" providerId="ADAL" clId="{5EFFB62D-8843-4AAF-B131-A58C0D9A4015}" dt="2023-02-09T05:18:54.296" v="3" actId="14100"/>
          <ac:graphicFrameMkLst>
            <pc:docMk/>
            <pc:sldMk cId="2809407194" sldId="256"/>
            <ac:graphicFrameMk id="2" creationId="{5F1F4F3F-9B06-FAA5-E86F-F8E1CCF37B4A}"/>
          </ac:graphicFrameMkLst>
        </pc:graphicFrameChg>
        <pc:picChg chg="del">
          <ac:chgData name="York, George W Civ USAF USAFA DF/DFEC" userId="1fb5875a-4594-4db2-80fb-f0db3de11280" providerId="ADAL" clId="{5EFFB62D-8843-4AAF-B131-A58C0D9A4015}" dt="2023-02-09T05:18:40.037" v="0" actId="478"/>
          <ac:picMkLst>
            <pc:docMk/>
            <pc:sldMk cId="2809407194" sldId="256"/>
            <ac:picMk id="374" creationId="{00000000-0000-0000-0000-000000000000}"/>
          </ac:picMkLst>
        </pc:picChg>
      </pc:sldChg>
    </pc:docChg>
  </pc:docChgLst>
  <pc:docChgLst>
    <pc:chgData name="York, George W Civ USAF USAFA DF/DFEC" userId="1fb5875a-4594-4db2-80fb-f0db3de11280" providerId="ADAL" clId="{CF4821C8-E19C-4EEF-BF09-011B2942B26A}"/>
    <pc:docChg chg="undo custSel modSld">
      <pc:chgData name="York, George W Civ USAF USAFA DF/DFEC" userId="1fb5875a-4594-4db2-80fb-f0db3de11280" providerId="ADAL" clId="{CF4821C8-E19C-4EEF-BF09-011B2942B26A}" dt="2023-02-09T05:11:30.594" v="21" actId="478"/>
      <pc:docMkLst>
        <pc:docMk/>
      </pc:docMkLst>
      <pc:sldChg chg="addSp delSp modSp mod">
        <pc:chgData name="York, George W Civ USAF USAFA DF/DFEC" userId="1fb5875a-4594-4db2-80fb-f0db3de11280" providerId="ADAL" clId="{CF4821C8-E19C-4EEF-BF09-011B2942B26A}" dt="2023-02-09T05:11:30.594" v="21" actId="478"/>
        <pc:sldMkLst>
          <pc:docMk/>
          <pc:sldMk cId="2809407194" sldId="256"/>
        </pc:sldMkLst>
        <pc:spChg chg="del">
          <ac:chgData name="York, George W Civ USAF USAFA DF/DFEC" userId="1fb5875a-4594-4db2-80fb-f0db3de11280" providerId="ADAL" clId="{CF4821C8-E19C-4EEF-BF09-011B2942B26A}" dt="2023-02-09T05:10:52.173" v="14" actId="478"/>
          <ac:spMkLst>
            <pc:docMk/>
            <pc:sldMk cId="2809407194" sldId="256"/>
            <ac:spMk id="121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1:30.594" v="21" actId="478"/>
          <ac:spMkLst>
            <pc:docMk/>
            <pc:sldMk cId="2809407194" sldId="256"/>
            <ac:spMk id="129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59.533" v="15" actId="478"/>
          <ac:spMkLst>
            <pc:docMk/>
            <pc:sldMk cId="2809407194" sldId="256"/>
            <ac:spMk id="133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52.173" v="14" actId="478"/>
          <ac:spMkLst>
            <pc:docMk/>
            <pc:sldMk cId="2809407194" sldId="256"/>
            <ac:spMk id="161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52.173" v="14" actId="478"/>
          <ac:spMkLst>
            <pc:docMk/>
            <pc:sldMk cId="2809407194" sldId="256"/>
            <ac:spMk id="162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46.998" v="13" actId="478"/>
          <ac:spMkLst>
            <pc:docMk/>
            <pc:sldMk cId="2809407194" sldId="256"/>
            <ac:spMk id="219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1:11.493" v="16" actId="478"/>
          <ac:spMkLst>
            <pc:docMk/>
            <pc:sldMk cId="2809407194" sldId="256"/>
            <ac:spMk id="246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1:11.493" v="16" actId="478"/>
          <ac:spMkLst>
            <pc:docMk/>
            <pc:sldMk cId="2809407194" sldId="256"/>
            <ac:spMk id="249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1:11.493" v="16" actId="478"/>
          <ac:spMkLst>
            <pc:docMk/>
            <pc:sldMk cId="2809407194" sldId="256"/>
            <ac:spMk id="256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1:16.063" v="18" actId="478"/>
          <ac:spMkLst>
            <pc:docMk/>
            <pc:sldMk cId="2809407194" sldId="256"/>
            <ac:spMk id="263" creationId="{00000000-0000-0000-0000-000000000000}"/>
          </ac:spMkLst>
        </pc:spChg>
        <pc:spChg chg="del mod">
          <ac:chgData name="York, George W Civ USAF USAFA DF/DFEC" userId="1fb5875a-4594-4db2-80fb-f0db3de11280" providerId="ADAL" clId="{CF4821C8-E19C-4EEF-BF09-011B2942B26A}" dt="2023-02-09T05:11:25.774" v="20" actId="478"/>
          <ac:spMkLst>
            <pc:docMk/>
            <pc:sldMk cId="2809407194" sldId="256"/>
            <ac:spMk id="274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1:13.989" v="17" actId="478"/>
          <ac:spMkLst>
            <pc:docMk/>
            <pc:sldMk cId="2809407194" sldId="256"/>
            <ac:spMk id="286" creationId="{00000000-0000-0000-0000-000000000000}"/>
          </ac:spMkLst>
        </pc:spChg>
        <pc:spChg chg="add del">
          <ac:chgData name="York, George W Civ USAF USAFA DF/DFEC" userId="1fb5875a-4594-4db2-80fb-f0db3de11280" providerId="ADAL" clId="{CF4821C8-E19C-4EEF-BF09-011B2942B26A}" dt="2023-02-09T05:09:48.923" v="4" actId="478"/>
          <ac:spMkLst>
            <pc:docMk/>
            <pc:sldMk cId="2809407194" sldId="256"/>
            <ac:spMk id="314" creationId="{00000000-0000-0000-0000-000000000000}"/>
          </ac:spMkLst>
        </pc:spChg>
        <pc:spChg chg="add del">
          <ac:chgData name="York, George W Civ USAF USAFA DF/DFEC" userId="1fb5875a-4594-4db2-80fb-f0db3de11280" providerId="ADAL" clId="{CF4821C8-E19C-4EEF-BF09-011B2942B26A}" dt="2023-02-09T05:09:48.923" v="4" actId="478"/>
          <ac:spMkLst>
            <pc:docMk/>
            <pc:sldMk cId="2809407194" sldId="256"/>
            <ac:spMk id="315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04.553" v="11" actId="478"/>
          <ac:spMkLst>
            <pc:docMk/>
            <pc:sldMk cId="2809407194" sldId="256"/>
            <ac:spMk id="322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02.434" v="10" actId="478"/>
          <ac:spMkLst>
            <pc:docMk/>
            <pc:sldMk cId="2809407194" sldId="256"/>
            <ac:spMk id="326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10:07.185" v="12" actId="478"/>
          <ac:spMkLst>
            <pc:docMk/>
            <pc:sldMk cId="2809407194" sldId="256"/>
            <ac:spMk id="327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29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30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34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35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41" creationId="{00000000-0000-0000-0000-000000000000}"/>
          </ac:spMkLst>
        </pc:spChg>
        <pc:spChg chg="del mod">
          <ac:chgData name="York, George W Civ USAF USAFA DF/DFEC" userId="1fb5875a-4594-4db2-80fb-f0db3de11280" providerId="ADAL" clId="{CF4821C8-E19C-4EEF-BF09-011B2942B26A}" dt="2023-02-09T05:09:58.084" v="9" actId="478"/>
          <ac:spMkLst>
            <pc:docMk/>
            <pc:sldMk cId="2809407194" sldId="256"/>
            <ac:spMk id="343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44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45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48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49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50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53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56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57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61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65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66" creationId="{00000000-0000-0000-0000-000000000000}"/>
          </ac:spMkLst>
        </pc:spChg>
        <pc:spChg chg="del">
          <ac:chgData name="York, George W Civ USAF USAFA DF/DFEC" userId="1fb5875a-4594-4db2-80fb-f0db3de11280" providerId="ADAL" clId="{CF4821C8-E19C-4EEF-BF09-011B2942B26A}" dt="2023-02-09T05:09:55.134" v="7" actId="478"/>
          <ac:spMkLst>
            <pc:docMk/>
            <pc:sldMk cId="2809407194" sldId="256"/>
            <ac:spMk id="370" creationId="{00000000-0000-0000-0000-000000000000}"/>
          </ac:spMkLst>
        </pc:spChg>
        <pc:cxnChg chg="mod">
          <ac:chgData name="York, George W Civ USAF USAFA DF/DFEC" userId="1fb5875a-4594-4db2-80fb-f0db3de11280" providerId="ADAL" clId="{CF4821C8-E19C-4EEF-BF09-011B2942B26A}" dt="2023-02-09T05:11:11.493" v="16" actId="478"/>
          <ac:cxnSpMkLst>
            <pc:docMk/>
            <pc:sldMk cId="2809407194" sldId="256"/>
            <ac:cxnSpMk id="272" creationId="{00000000-0000-0000-0000-000000000000}"/>
          </ac:cxnSpMkLst>
        </pc:cxnChg>
        <pc:cxnChg chg="mod">
          <ac:chgData name="York, George W Civ USAF USAFA DF/DFEC" userId="1fb5875a-4594-4db2-80fb-f0db3de11280" providerId="ADAL" clId="{CF4821C8-E19C-4EEF-BF09-011B2942B26A}" dt="2023-02-09T05:11:13.989" v="17" actId="478"/>
          <ac:cxnSpMkLst>
            <pc:docMk/>
            <pc:sldMk cId="2809407194" sldId="256"/>
            <ac:cxnSpMk id="285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0.054" v="5" actId="478"/>
          <ac:cxnSpMkLst>
            <pc:docMk/>
            <pc:sldMk cId="2809407194" sldId="256"/>
            <ac:cxnSpMk id="318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10:02.434" v="10" actId="478"/>
          <ac:cxnSpMkLst>
            <pc:docMk/>
            <pc:sldMk cId="2809407194" sldId="256"/>
            <ac:cxnSpMk id="331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36" creationId="{00000000-0000-0000-0000-000000000000}"/>
          </ac:cxnSpMkLst>
        </pc:cxnChg>
        <pc:cxnChg chg="del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42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46" creationId="{00000000-0000-0000-0000-000000000000}"/>
          </ac:cxnSpMkLst>
        </pc:cxnChg>
        <pc:cxnChg chg="del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52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54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58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62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5.134" v="7" actId="478"/>
          <ac:cxnSpMkLst>
            <pc:docMk/>
            <pc:sldMk cId="2809407194" sldId="256"/>
            <ac:cxnSpMk id="367" creationId="{00000000-0000-0000-0000-000000000000}"/>
          </ac:cxnSpMkLst>
        </pc:cxnChg>
        <pc:cxnChg chg="del mod">
          <ac:chgData name="York, George W Civ USAF USAFA DF/DFEC" userId="1fb5875a-4594-4db2-80fb-f0db3de11280" providerId="ADAL" clId="{CF4821C8-E19C-4EEF-BF09-011B2942B26A}" dt="2023-02-09T05:09:51.251" v="6" actId="478"/>
          <ac:cxnSpMkLst>
            <pc:docMk/>
            <pc:sldMk cId="2809407194" sldId="256"/>
            <ac:cxnSpMk id="371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7B975-F7F5-41C4-B0AA-01A9609FE2C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14350" y="685800"/>
            <a:ext cx="5829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A0B65-40F5-4201-9AC1-72C93F8E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1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705368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1410736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2116104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2821473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3526841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232209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4937577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642945" algn="l" defTabSz="141073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14350" y="685800"/>
            <a:ext cx="5829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A0B65-40F5-4201-9AC1-72C93F8EEE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1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2840568"/>
            <a:ext cx="1321308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1720" y="5181600"/>
            <a:ext cx="1088136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05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10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1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21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26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3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3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64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0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0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32" y="5875867"/>
            <a:ext cx="13213080" cy="1816100"/>
          </a:xfrm>
        </p:spPr>
        <p:txBody>
          <a:bodyPr anchor="t"/>
          <a:lstStyle>
            <a:lvl1pPr algn="l">
              <a:defRPr sz="6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932" y="3875618"/>
            <a:ext cx="13213080" cy="2000249"/>
          </a:xfrm>
        </p:spPr>
        <p:txBody>
          <a:bodyPr anchor="b"/>
          <a:lstStyle>
            <a:lvl1pPr marL="0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1pPr>
            <a:lvl2pPr marL="705368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41073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116104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2147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52684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232209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4937577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64294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6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2133601"/>
            <a:ext cx="6865620" cy="6034617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1940" y="2133601"/>
            <a:ext cx="6865620" cy="6034617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6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046817"/>
            <a:ext cx="6868320" cy="853016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705368" indent="0">
              <a:buNone/>
              <a:defRPr sz="3100" b="1"/>
            </a:lvl2pPr>
            <a:lvl3pPr marL="1410736" indent="0">
              <a:buNone/>
              <a:defRPr sz="2800" b="1"/>
            </a:lvl3pPr>
            <a:lvl4pPr marL="2116104" indent="0">
              <a:buNone/>
              <a:defRPr sz="2500" b="1"/>
            </a:lvl4pPr>
            <a:lvl5pPr marL="2821473" indent="0">
              <a:buNone/>
              <a:defRPr sz="2500" b="1"/>
            </a:lvl5pPr>
            <a:lvl6pPr marL="3526841" indent="0">
              <a:buNone/>
              <a:defRPr sz="2500" b="1"/>
            </a:lvl6pPr>
            <a:lvl7pPr marL="4232209" indent="0">
              <a:buNone/>
              <a:defRPr sz="2500" b="1"/>
            </a:lvl7pPr>
            <a:lvl8pPr marL="4937577" indent="0">
              <a:buNone/>
              <a:defRPr sz="2500" b="1"/>
            </a:lvl8pPr>
            <a:lvl9pPr marL="5642945" indent="0">
              <a:buNone/>
              <a:defRPr sz="2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899833"/>
            <a:ext cx="6868320" cy="5268384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96543" y="2046817"/>
            <a:ext cx="6871018" cy="853016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705368" indent="0">
              <a:buNone/>
              <a:defRPr sz="3100" b="1"/>
            </a:lvl2pPr>
            <a:lvl3pPr marL="1410736" indent="0">
              <a:buNone/>
              <a:defRPr sz="2800" b="1"/>
            </a:lvl3pPr>
            <a:lvl4pPr marL="2116104" indent="0">
              <a:buNone/>
              <a:defRPr sz="2500" b="1"/>
            </a:lvl4pPr>
            <a:lvl5pPr marL="2821473" indent="0">
              <a:buNone/>
              <a:defRPr sz="2500" b="1"/>
            </a:lvl5pPr>
            <a:lvl6pPr marL="3526841" indent="0">
              <a:buNone/>
              <a:defRPr sz="2500" b="1"/>
            </a:lvl6pPr>
            <a:lvl7pPr marL="4232209" indent="0">
              <a:buNone/>
              <a:defRPr sz="2500" b="1"/>
            </a:lvl7pPr>
            <a:lvl8pPr marL="4937577" indent="0">
              <a:buNone/>
              <a:defRPr sz="2500" b="1"/>
            </a:lvl8pPr>
            <a:lvl9pPr marL="5642945" indent="0">
              <a:buNone/>
              <a:defRPr sz="2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96543" y="2899833"/>
            <a:ext cx="6871018" cy="5268384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0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9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1" y="364067"/>
            <a:ext cx="5114132" cy="1549400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7585" y="364067"/>
            <a:ext cx="8689975" cy="7804151"/>
          </a:xfrm>
        </p:spPr>
        <p:txBody>
          <a:bodyPr/>
          <a:lstStyle>
            <a:lvl1pPr>
              <a:defRPr sz="4900"/>
            </a:lvl1pPr>
            <a:lvl2pPr>
              <a:defRPr sz="4300"/>
            </a:lvl2pPr>
            <a:lvl3pPr>
              <a:defRPr sz="37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1" y="1913467"/>
            <a:ext cx="5114132" cy="6254751"/>
          </a:xfrm>
        </p:spPr>
        <p:txBody>
          <a:bodyPr/>
          <a:lstStyle>
            <a:lvl1pPr marL="0" indent="0">
              <a:buNone/>
              <a:defRPr sz="2200"/>
            </a:lvl1pPr>
            <a:lvl2pPr marL="705368" indent="0">
              <a:buNone/>
              <a:defRPr sz="1900"/>
            </a:lvl2pPr>
            <a:lvl3pPr marL="1410736" indent="0">
              <a:buNone/>
              <a:defRPr sz="1500"/>
            </a:lvl3pPr>
            <a:lvl4pPr marL="2116104" indent="0">
              <a:buNone/>
              <a:defRPr sz="1400"/>
            </a:lvl4pPr>
            <a:lvl5pPr marL="2821473" indent="0">
              <a:buNone/>
              <a:defRPr sz="1400"/>
            </a:lvl5pPr>
            <a:lvl6pPr marL="3526841" indent="0">
              <a:buNone/>
              <a:defRPr sz="1400"/>
            </a:lvl6pPr>
            <a:lvl7pPr marL="4232209" indent="0">
              <a:buNone/>
              <a:defRPr sz="1400"/>
            </a:lvl7pPr>
            <a:lvl8pPr marL="4937577" indent="0">
              <a:buNone/>
              <a:defRPr sz="1400"/>
            </a:lvl8pPr>
            <a:lvl9pPr marL="5642945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890" y="6400800"/>
            <a:ext cx="9326880" cy="755651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6890" y="817033"/>
            <a:ext cx="9326880" cy="5486400"/>
          </a:xfrm>
        </p:spPr>
        <p:txBody>
          <a:bodyPr/>
          <a:lstStyle>
            <a:lvl1pPr marL="0" indent="0">
              <a:buNone/>
              <a:defRPr sz="4900"/>
            </a:lvl1pPr>
            <a:lvl2pPr marL="705368" indent="0">
              <a:buNone/>
              <a:defRPr sz="4300"/>
            </a:lvl2pPr>
            <a:lvl3pPr marL="1410736" indent="0">
              <a:buNone/>
              <a:defRPr sz="3700"/>
            </a:lvl3pPr>
            <a:lvl4pPr marL="2116104" indent="0">
              <a:buNone/>
              <a:defRPr sz="3100"/>
            </a:lvl4pPr>
            <a:lvl5pPr marL="2821473" indent="0">
              <a:buNone/>
              <a:defRPr sz="3100"/>
            </a:lvl5pPr>
            <a:lvl6pPr marL="3526841" indent="0">
              <a:buNone/>
              <a:defRPr sz="3100"/>
            </a:lvl6pPr>
            <a:lvl7pPr marL="4232209" indent="0">
              <a:buNone/>
              <a:defRPr sz="3100"/>
            </a:lvl7pPr>
            <a:lvl8pPr marL="4937577" indent="0">
              <a:buNone/>
              <a:defRPr sz="3100"/>
            </a:lvl8pPr>
            <a:lvl9pPr marL="5642945" indent="0">
              <a:buNone/>
              <a:defRPr sz="3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6890" y="7156451"/>
            <a:ext cx="9326880" cy="1073149"/>
          </a:xfrm>
        </p:spPr>
        <p:txBody>
          <a:bodyPr/>
          <a:lstStyle>
            <a:lvl1pPr marL="0" indent="0">
              <a:buNone/>
              <a:defRPr sz="2200"/>
            </a:lvl1pPr>
            <a:lvl2pPr marL="705368" indent="0">
              <a:buNone/>
              <a:defRPr sz="1900"/>
            </a:lvl2pPr>
            <a:lvl3pPr marL="1410736" indent="0">
              <a:buNone/>
              <a:defRPr sz="1500"/>
            </a:lvl3pPr>
            <a:lvl4pPr marL="2116104" indent="0">
              <a:buNone/>
              <a:defRPr sz="1400"/>
            </a:lvl4pPr>
            <a:lvl5pPr marL="2821473" indent="0">
              <a:buNone/>
              <a:defRPr sz="1400"/>
            </a:lvl5pPr>
            <a:lvl6pPr marL="3526841" indent="0">
              <a:buNone/>
              <a:defRPr sz="1400"/>
            </a:lvl6pPr>
            <a:lvl7pPr marL="4232209" indent="0">
              <a:buNone/>
              <a:defRPr sz="1400"/>
            </a:lvl7pPr>
            <a:lvl8pPr marL="4937577" indent="0">
              <a:buNone/>
              <a:defRPr sz="1400"/>
            </a:lvl8pPr>
            <a:lvl9pPr marL="5642945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2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69980" y="366185"/>
            <a:ext cx="349758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7240" y="366185"/>
            <a:ext cx="1023366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5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2840570"/>
            <a:ext cx="1321308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1720" y="5181600"/>
            <a:ext cx="1088136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28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9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32" y="5875867"/>
            <a:ext cx="1321308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932" y="3875620"/>
            <a:ext cx="1321308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86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2133604"/>
            <a:ext cx="686562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1940" y="2133604"/>
            <a:ext cx="686562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96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046817"/>
            <a:ext cx="6868320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899833"/>
            <a:ext cx="6868320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96543" y="2046817"/>
            <a:ext cx="6871018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96543" y="2899833"/>
            <a:ext cx="6871018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64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07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4" y="364067"/>
            <a:ext cx="5114132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7585" y="364069"/>
            <a:ext cx="8689975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4" y="1913469"/>
            <a:ext cx="5114132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98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6890" y="6400800"/>
            <a:ext cx="932688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6890" y="817033"/>
            <a:ext cx="932688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6890" y="7156451"/>
            <a:ext cx="932688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30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72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69980" y="366188"/>
            <a:ext cx="349758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7240" y="366188"/>
            <a:ext cx="1023366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7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366184"/>
            <a:ext cx="13990320" cy="1524000"/>
          </a:xfrm>
          <a:prstGeom prst="rect">
            <a:avLst/>
          </a:prstGeom>
        </p:spPr>
        <p:txBody>
          <a:bodyPr vert="horz" lIns="141074" tIns="70537" rIns="141074" bIns="70537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133601"/>
            <a:ext cx="13990320" cy="6034617"/>
          </a:xfrm>
          <a:prstGeom prst="rect">
            <a:avLst/>
          </a:prstGeom>
        </p:spPr>
        <p:txBody>
          <a:bodyPr vert="horz" lIns="141074" tIns="70537" rIns="141074" bIns="7053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" y="8475134"/>
            <a:ext cx="3627120" cy="486833"/>
          </a:xfrm>
          <a:prstGeom prst="rect">
            <a:avLst/>
          </a:prstGeom>
        </p:spPr>
        <p:txBody>
          <a:bodyPr vert="horz" lIns="141074" tIns="70537" rIns="141074" bIns="70537" rtlCol="0" anchor="ctr"/>
          <a:lstStyle>
            <a:lvl1pPr algn="l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CA0FF-229E-4D12-A81A-65A0BDBA623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11140" y="8475134"/>
            <a:ext cx="4922520" cy="486833"/>
          </a:xfrm>
          <a:prstGeom prst="rect">
            <a:avLst/>
          </a:prstGeom>
        </p:spPr>
        <p:txBody>
          <a:bodyPr vert="horz" lIns="141074" tIns="70537" rIns="141074" bIns="70537" rtlCol="0" anchor="ctr"/>
          <a:lstStyle>
            <a:lvl1pPr algn="ct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0440" y="8475134"/>
            <a:ext cx="3627120" cy="486833"/>
          </a:xfrm>
          <a:prstGeom prst="rect">
            <a:avLst/>
          </a:prstGeom>
        </p:spPr>
        <p:txBody>
          <a:bodyPr vert="horz" lIns="141074" tIns="70537" rIns="141074" bIns="70537" rtlCol="0" anchor="ctr"/>
          <a:lstStyle>
            <a:lvl1pPr algn="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5C64-2374-4338-9A6B-BEF962EA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10736" rtl="0" eaLnBrk="1" latinLnBrk="0" hangingPunct="1">
        <a:spcBef>
          <a:spcPct val="0"/>
        </a:spcBef>
        <a:buNone/>
        <a:defRPr sz="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9026" indent="-529026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4900" kern="1200">
          <a:solidFill>
            <a:schemeClr val="tx1"/>
          </a:solidFill>
          <a:latin typeface="+mn-lt"/>
          <a:ea typeface="+mn-ea"/>
          <a:cs typeface="+mn-cs"/>
        </a:defRPr>
      </a:lvl1pPr>
      <a:lvl2pPr marL="1146223" indent="-440855" algn="l" defTabSz="1410736" rtl="0" eaLnBrk="1" latinLnBrk="0" hangingPunct="1">
        <a:spcBef>
          <a:spcPct val="20000"/>
        </a:spcBef>
        <a:buFont typeface="Arial" panose="020B0604020202020204" pitchFamily="34" charset="0"/>
        <a:buChar char="–"/>
        <a:defRPr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1763420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3pPr>
      <a:lvl4pPr marL="2468789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74157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879525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584893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290261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5995629" indent="-352684" algn="l" defTabSz="1410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05368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10736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16104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21473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6841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32209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937577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642945" algn="l" defTabSz="1410736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366184"/>
            <a:ext cx="1399032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133604"/>
            <a:ext cx="1399032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" y="8475137"/>
            <a:ext cx="36271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11140" y="8475137"/>
            <a:ext cx="49225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0440" y="8475137"/>
            <a:ext cx="36271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8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Oval 320"/>
          <p:cNvSpPr/>
          <p:nvPr/>
        </p:nvSpPr>
        <p:spPr>
          <a:xfrm>
            <a:off x="2941291" y="1602797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ounded Rectangle 106"/>
          <p:cNvSpPr/>
          <p:nvPr/>
        </p:nvSpPr>
        <p:spPr>
          <a:xfrm>
            <a:off x="11055809" y="796131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108" name="TextBox 107"/>
          <p:cNvSpPr txBox="1"/>
          <p:nvPr/>
        </p:nvSpPr>
        <p:spPr>
          <a:xfrm>
            <a:off x="11273432" y="969293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Counter </a:t>
            </a:r>
            <a:endParaRPr lang="en-US" sz="4400" b="1" dirty="0"/>
          </a:p>
        </p:txBody>
      </p:sp>
      <p:cxnSp>
        <p:nvCxnSpPr>
          <p:cNvPr id="111" name="Straight Connector 110"/>
          <p:cNvCxnSpPr/>
          <p:nvPr/>
        </p:nvCxnSpPr>
        <p:spPr>
          <a:xfrm flipV="1">
            <a:off x="8111811" y="1027411"/>
            <a:ext cx="2950676" cy="27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8415164" y="731135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113" name="TextBox 112"/>
          <p:cNvSpPr txBox="1"/>
          <p:nvPr/>
        </p:nvSpPr>
        <p:spPr>
          <a:xfrm>
            <a:off x="11011409" y="796131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cxnSp>
        <p:nvCxnSpPr>
          <p:cNvPr id="114" name="Elbow Connector 113"/>
          <p:cNvCxnSpPr/>
          <p:nvPr/>
        </p:nvCxnSpPr>
        <p:spPr>
          <a:xfrm rot="16200000" flipH="1">
            <a:off x="11798096" y="1770142"/>
            <a:ext cx="1046334" cy="57166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cxnSpLocks/>
          </p:cNvCxnSpPr>
          <p:nvPr/>
        </p:nvCxnSpPr>
        <p:spPr>
          <a:xfrm>
            <a:off x="13491176" y="1718174"/>
            <a:ext cx="11716" cy="83747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3502892" y="2050218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6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13327206" y="2055115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1479948" y="1519822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6</a:t>
            </a:r>
          </a:p>
        </p:txBody>
      </p:sp>
      <p:cxnSp>
        <p:nvCxnSpPr>
          <p:cNvPr id="126" name="Straight Connector 125"/>
          <p:cNvCxnSpPr/>
          <p:nvPr/>
        </p:nvCxnSpPr>
        <p:spPr>
          <a:xfrm flipV="1">
            <a:off x="11885713" y="1670460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 flipH="1" flipV="1">
            <a:off x="8103872" y="2974976"/>
            <a:ext cx="4126218" cy="2727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8670454" y="2646641"/>
            <a:ext cx="4551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240" name="TextBox 239"/>
          <p:cNvSpPr txBox="1"/>
          <p:nvPr/>
        </p:nvSpPr>
        <p:spPr>
          <a:xfrm>
            <a:off x="10027258" y="983586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r>
              <a:rPr lang="en-US" sz="1800" dirty="0"/>
              <a:t>(1:0)</a:t>
            </a:r>
          </a:p>
        </p:txBody>
      </p:sp>
      <p:sp>
        <p:nvSpPr>
          <p:cNvPr id="241" name="Isosceles Triangle 240"/>
          <p:cNvSpPr/>
          <p:nvPr/>
        </p:nvSpPr>
        <p:spPr>
          <a:xfrm rot="5400000">
            <a:off x="10986178" y="1269233"/>
            <a:ext cx="266700" cy="143315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TextBox 243"/>
          <p:cNvSpPr txBox="1"/>
          <p:nvPr/>
        </p:nvSpPr>
        <p:spPr>
          <a:xfrm>
            <a:off x="9435168" y="714994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2</a:t>
            </a:r>
          </a:p>
        </p:txBody>
      </p:sp>
      <p:cxnSp>
        <p:nvCxnSpPr>
          <p:cNvPr id="245" name="Straight Connector 244"/>
          <p:cNvCxnSpPr/>
          <p:nvPr/>
        </p:nvCxnSpPr>
        <p:spPr>
          <a:xfrm flipV="1">
            <a:off x="9789004" y="91572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/>
          <p:cNvCxnSpPr/>
          <p:nvPr/>
        </p:nvCxnSpPr>
        <p:spPr>
          <a:xfrm flipV="1">
            <a:off x="9465910" y="4191309"/>
            <a:ext cx="1528328" cy="937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9568406" y="387447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r>
              <a:rPr lang="en-US" sz="1800" dirty="0"/>
              <a:t>(2)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10999635" y="5116227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68" name="TextBox 267"/>
          <p:cNvSpPr txBox="1"/>
          <p:nvPr/>
        </p:nvSpPr>
        <p:spPr>
          <a:xfrm>
            <a:off x="11122951" y="5282394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Register</a:t>
            </a:r>
            <a:endParaRPr lang="en-US" sz="4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72" name="Straight Connector 271"/>
          <p:cNvCxnSpPr>
            <a:cxnSpLocks/>
            <a:endCxn id="267" idx="0"/>
          </p:cNvCxnSpPr>
          <p:nvPr/>
        </p:nvCxnSpPr>
        <p:spPr>
          <a:xfrm flipH="1">
            <a:off x="11884951" y="4312204"/>
            <a:ext cx="11774" cy="804023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Isosceles Triangle 274"/>
          <p:cNvSpPr/>
          <p:nvPr/>
        </p:nvSpPr>
        <p:spPr>
          <a:xfrm rot="5400000">
            <a:off x="10934613" y="5256532"/>
            <a:ext cx="266700" cy="143315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TextBox 275"/>
          <p:cNvSpPr txBox="1"/>
          <p:nvPr/>
        </p:nvSpPr>
        <p:spPr>
          <a:xfrm>
            <a:off x="11392168" y="4424501"/>
            <a:ext cx="47984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8</a:t>
            </a:r>
          </a:p>
        </p:txBody>
      </p:sp>
      <p:cxnSp>
        <p:nvCxnSpPr>
          <p:cNvPr id="277" name="Straight Connector 276"/>
          <p:cNvCxnSpPr/>
          <p:nvPr/>
        </p:nvCxnSpPr>
        <p:spPr>
          <a:xfrm flipV="1">
            <a:off x="11732177" y="4577019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/>
          <p:cNvCxnSpPr/>
          <p:nvPr/>
        </p:nvCxnSpPr>
        <p:spPr>
          <a:xfrm flipV="1">
            <a:off x="9384242" y="5591395"/>
            <a:ext cx="1641510" cy="30004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10966409" y="5414602"/>
            <a:ext cx="64885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  </a:t>
            </a:r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281" name="TextBox 280"/>
          <p:cNvSpPr txBox="1"/>
          <p:nvPr/>
        </p:nvSpPr>
        <p:spPr>
          <a:xfrm>
            <a:off x="9556632" y="5260787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r>
              <a:rPr lang="en-US" sz="1800" dirty="0"/>
              <a:t>(3)</a:t>
            </a:r>
          </a:p>
        </p:txBody>
      </p:sp>
      <p:cxnSp>
        <p:nvCxnSpPr>
          <p:cNvPr id="285" name="Straight Connector 284"/>
          <p:cNvCxnSpPr>
            <a:cxnSpLocks/>
          </p:cNvCxnSpPr>
          <p:nvPr/>
        </p:nvCxnSpPr>
        <p:spPr>
          <a:xfrm>
            <a:off x="10765535" y="3771267"/>
            <a:ext cx="228014" cy="680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9969829" y="6435533"/>
            <a:ext cx="8438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kbData</a:t>
            </a:r>
            <a:endParaRPr lang="en-US" sz="1800" dirty="0"/>
          </a:p>
        </p:txBody>
      </p:sp>
      <p:cxnSp>
        <p:nvCxnSpPr>
          <p:cNvPr id="288" name="Straight Connector 287"/>
          <p:cNvCxnSpPr/>
          <p:nvPr/>
        </p:nvCxnSpPr>
        <p:spPr>
          <a:xfrm>
            <a:off x="11826799" y="5808868"/>
            <a:ext cx="0" cy="1023579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11352444" y="6044007"/>
            <a:ext cx="154540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scan</a:t>
            </a:r>
            <a:endParaRPr lang="en-US" sz="1200" dirty="0"/>
          </a:p>
        </p:txBody>
      </p:sp>
      <p:cxnSp>
        <p:nvCxnSpPr>
          <p:cNvPr id="290" name="Straight Connector 289"/>
          <p:cNvCxnSpPr/>
          <p:nvPr/>
        </p:nvCxnSpPr>
        <p:spPr>
          <a:xfrm flipV="1">
            <a:off x="11661872" y="6054710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 flipH="1">
            <a:off x="9426583" y="1047803"/>
            <a:ext cx="39327" cy="4667197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783953" y="714994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4</a:t>
            </a:r>
          </a:p>
        </p:txBody>
      </p:sp>
      <p:cxnSp>
        <p:nvCxnSpPr>
          <p:cNvPr id="293" name="Straight Connector 292"/>
          <p:cNvCxnSpPr/>
          <p:nvPr/>
        </p:nvCxnSpPr>
        <p:spPr>
          <a:xfrm flipV="1">
            <a:off x="9137789" y="91572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97068" y="4159960"/>
            <a:ext cx="76200" cy="8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/>
          <p:cNvSpPr/>
          <p:nvPr/>
        </p:nvSpPr>
        <p:spPr>
          <a:xfrm>
            <a:off x="9386818" y="5570265"/>
            <a:ext cx="76200" cy="8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/>
          <p:cNvSpPr/>
          <p:nvPr/>
        </p:nvSpPr>
        <p:spPr>
          <a:xfrm>
            <a:off x="9422956" y="980763"/>
            <a:ext cx="76200" cy="8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TextBox 295"/>
          <p:cNvSpPr txBox="1"/>
          <p:nvPr/>
        </p:nvSpPr>
        <p:spPr>
          <a:xfrm>
            <a:off x="11374641" y="5908177"/>
            <a:ext cx="47984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8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8686800" y="304800"/>
            <a:ext cx="6019799" cy="6142061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298" name="TextBox 297"/>
          <p:cNvSpPr txBox="1"/>
          <p:nvPr/>
        </p:nvSpPr>
        <p:spPr>
          <a:xfrm>
            <a:off x="9094060" y="269985"/>
            <a:ext cx="191582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dirty="0"/>
              <a:t>Lec11_dp</a:t>
            </a:r>
            <a:endParaRPr lang="en-US" sz="4400" b="1" dirty="0"/>
          </a:p>
        </p:txBody>
      </p:sp>
      <p:sp>
        <p:nvSpPr>
          <p:cNvPr id="299" name="TextBox 298"/>
          <p:cNvSpPr txBox="1"/>
          <p:nvPr/>
        </p:nvSpPr>
        <p:spPr>
          <a:xfrm>
            <a:off x="11377767" y="6424205"/>
            <a:ext cx="154540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scan</a:t>
            </a:r>
            <a:endParaRPr lang="en-US" sz="1200" dirty="0"/>
          </a:p>
        </p:txBody>
      </p:sp>
      <p:cxnSp>
        <p:nvCxnSpPr>
          <p:cNvPr id="300" name="Straight Connector 299"/>
          <p:cNvCxnSpPr/>
          <p:nvPr/>
        </p:nvCxnSpPr>
        <p:spPr>
          <a:xfrm flipV="1">
            <a:off x="10765535" y="3770111"/>
            <a:ext cx="6561" cy="416762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9945821" y="6077529"/>
            <a:ext cx="8438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kbData</a:t>
            </a:r>
            <a:endParaRPr lang="en-US" sz="1800" dirty="0"/>
          </a:p>
        </p:txBody>
      </p:sp>
      <p:sp>
        <p:nvSpPr>
          <p:cNvPr id="303" name="TextBox 302"/>
          <p:cNvSpPr txBox="1"/>
          <p:nvPr/>
        </p:nvSpPr>
        <p:spPr>
          <a:xfrm>
            <a:off x="7840996" y="69289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304" name="TextBox 303"/>
          <p:cNvSpPr txBox="1"/>
          <p:nvPr/>
        </p:nvSpPr>
        <p:spPr>
          <a:xfrm>
            <a:off x="8169893" y="2628635"/>
            <a:ext cx="4551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305" name="Rounded Rectangle 304"/>
          <p:cNvSpPr/>
          <p:nvPr/>
        </p:nvSpPr>
        <p:spPr>
          <a:xfrm>
            <a:off x="1295399" y="311040"/>
            <a:ext cx="6808473" cy="5732967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306" name="TextBox 305"/>
          <p:cNvSpPr txBox="1"/>
          <p:nvPr/>
        </p:nvSpPr>
        <p:spPr>
          <a:xfrm>
            <a:off x="1671373" y="308085"/>
            <a:ext cx="191582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dirty="0"/>
              <a:t>Lec11_cu</a:t>
            </a:r>
            <a:endParaRPr lang="en-US" sz="4400" b="1" dirty="0"/>
          </a:p>
        </p:txBody>
      </p:sp>
      <p:sp>
        <p:nvSpPr>
          <p:cNvPr id="307" name="TextBox 306"/>
          <p:cNvSpPr txBox="1"/>
          <p:nvPr/>
        </p:nvSpPr>
        <p:spPr>
          <a:xfrm>
            <a:off x="7961283" y="6401279"/>
            <a:ext cx="8438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Busy</a:t>
            </a:r>
          </a:p>
        </p:txBody>
      </p:sp>
      <p:cxnSp>
        <p:nvCxnSpPr>
          <p:cNvPr id="308" name="Straight Connector 307"/>
          <p:cNvCxnSpPr/>
          <p:nvPr/>
        </p:nvCxnSpPr>
        <p:spPr>
          <a:xfrm flipH="1">
            <a:off x="8116816" y="4523753"/>
            <a:ext cx="274288" cy="2382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>
            <a:endCxn id="307" idx="0"/>
          </p:cNvCxnSpPr>
          <p:nvPr/>
        </p:nvCxnSpPr>
        <p:spPr>
          <a:xfrm>
            <a:off x="8372497" y="4517356"/>
            <a:ext cx="10717" cy="188392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Oval 315"/>
          <p:cNvSpPr/>
          <p:nvPr/>
        </p:nvSpPr>
        <p:spPr>
          <a:xfrm>
            <a:off x="1556881" y="1553384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extBox 316"/>
          <p:cNvSpPr txBox="1"/>
          <p:nvPr/>
        </p:nvSpPr>
        <p:spPr>
          <a:xfrm>
            <a:off x="1572513" y="1668583"/>
            <a:ext cx="858532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 err="1"/>
              <a:t>waitStart</a:t>
            </a:r>
            <a:endParaRPr lang="en-US" sz="1200" dirty="0"/>
          </a:p>
        </p:txBody>
      </p:sp>
      <p:cxnSp>
        <p:nvCxnSpPr>
          <p:cNvPr id="99" name="Curved Connector 98"/>
          <p:cNvCxnSpPr>
            <a:stCxn id="316" idx="7"/>
            <a:endCxn id="316" idx="1"/>
          </p:cNvCxnSpPr>
          <p:nvPr/>
        </p:nvCxnSpPr>
        <p:spPr>
          <a:xfrm rot="16200000" flipV="1">
            <a:off x="2052181" y="1349932"/>
            <a:ext cx="12700" cy="700460"/>
          </a:xfrm>
          <a:prstGeom prst="curvedConnector3">
            <a:avLst>
              <a:gd name="adj1" fmla="val 45307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/>
          <p:cNvSpPr txBox="1"/>
          <p:nvPr/>
        </p:nvSpPr>
        <p:spPr>
          <a:xfrm>
            <a:off x="2765543" y="1648566"/>
            <a:ext cx="94900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Init0:</a:t>
            </a:r>
          </a:p>
          <a:p>
            <a:pPr algn="r"/>
            <a:r>
              <a:rPr lang="en-US" sz="1200" dirty="0"/>
              <a:t> count = 0</a:t>
            </a:r>
          </a:p>
        </p:txBody>
      </p:sp>
      <p:cxnSp>
        <p:nvCxnSpPr>
          <p:cNvPr id="323" name="Straight Connector 322"/>
          <p:cNvCxnSpPr/>
          <p:nvPr/>
        </p:nvCxnSpPr>
        <p:spPr>
          <a:xfrm>
            <a:off x="2568327" y="2095898"/>
            <a:ext cx="413838" cy="8029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2141321" y="1677141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r>
              <a:rPr lang="en-US" sz="1400" dirty="0"/>
              <a:t>’</a:t>
            </a:r>
          </a:p>
        </p:txBody>
      </p:sp>
      <p:cxnSp>
        <p:nvCxnSpPr>
          <p:cNvPr id="328" name="Straight Connector 327"/>
          <p:cNvCxnSpPr>
            <a:cxnSpLocks/>
            <a:stCxn id="321" idx="6"/>
            <a:endCxn id="4" idx="3"/>
          </p:cNvCxnSpPr>
          <p:nvPr/>
        </p:nvCxnSpPr>
        <p:spPr>
          <a:xfrm flipV="1">
            <a:off x="3931891" y="1673729"/>
            <a:ext cx="374715" cy="43019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 flipV="1">
            <a:off x="7145607" y="6078044"/>
            <a:ext cx="32949" cy="142876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201402" y="1188912"/>
            <a:ext cx="1091784" cy="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-163101" y="773158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83426" y="6099331"/>
            <a:ext cx="1265341" cy="400110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18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4638536" y="6884067"/>
            <a:ext cx="1751173" cy="1679469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642700" y="6874143"/>
            <a:ext cx="1747011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2400" b="1" dirty="0">
                <a:solidFill>
                  <a:prstClr val="black"/>
                </a:solidFill>
                <a:latin typeface="Calibri"/>
              </a:rPr>
              <a:t>Keyboard</a:t>
            </a:r>
            <a:endParaRPr lang="en-US" sz="5867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30" name="Straight Connector 129"/>
          <p:cNvCxnSpPr>
            <a:stCxn id="131" idx="3"/>
          </p:cNvCxnSpPr>
          <p:nvPr/>
        </p:nvCxnSpPr>
        <p:spPr>
          <a:xfrm>
            <a:off x="6391349" y="7506808"/>
            <a:ext cx="787207" cy="660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070549" y="7260586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32" name="Straight Connector 131"/>
          <p:cNvCxnSpPr>
            <a:stCxn id="134" idx="3"/>
          </p:cNvCxnSpPr>
          <p:nvPr/>
        </p:nvCxnSpPr>
        <p:spPr>
          <a:xfrm flipV="1">
            <a:off x="6385400" y="7937739"/>
            <a:ext cx="4380135" cy="1015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5064600" y="7701671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kbdata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35" name="Straight Connector 134"/>
          <p:cNvCxnSpPr/>
          <p:nvPr/>
        </p:nvCxnSpPr>
        <p:spPr>
          <a:xfrm>
            <a:off x="215968" y="1561562"/>
            <a:ext cx="1079084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-59740" y="1145811"/>
            <a:ext cx="125264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4121972" y="619785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139" name="Straight Connector 138"/>
          <p:cNvCxnSpPr/>
          <p:nvPr/>
        </p:nvCxnSpPr>
        <p:spPr>
          <a:xfrm flipH="1">
            <a:off x="14706599" y="1392032"/>
            <a:ext cx="5594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4135540" y="999215"/>
            <a:ext cx="125264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1" name="Straight Connector 140"/>
          <p:cNvCxnSpPr/>
          <p:nvPr/>
        </p:nvCxnSpPr>
        <p:spPr>
          <a:xfrm flipH="1">
            <a:off x="14706599" y="1044036"/>
            <a:ext cx="5594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3CDE4C-E389-687F-B3AE-C17D9A6665CA}"/>
              </a:ext>
            </a:extLst>
          </p:cNvPr>
          <p:cNvSpPr txBox="1"/>
          <p:nvPr/>
        </p:nvSpPr>
        <p:spPr>
          <a:xfrm>
            <a:off x="1411131" y="829697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57669B-5137-83FC-5B88-E2008DD2CE65}"/>
              </a:ext>
            </a:extLst>
          </p:cNvPr>
          <p:cNvSpPr/>
          <p:nvPr/>
        </p:nvSpPr>
        <p:spPr>
          <a:xfrm>
            <a:off x="4161536" y="818247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568D2-AB24-04A2-116F-FCE9DE406DDD}"/>
              </a:ext>
            </a:extLst>
          </p:cNvPr>
          <p:cNvSpPr txBox="1"/>
          <p:nvPr/>
        </p:nvSpPr>
        <p:spPr>
          <a:xfrm>
            <a:off x="4072660" y="873491"/>
            <a:ext cx="94900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Comp0:</a:t>
            </a:r>
          </a:p>
          <a:p>
            <a:pPr algn="r"/>
            <a:r>
              <a:rPr lang="en-US" sz="1200" dirty="0"/>
              <a:t>count &lt; 33</a:t>
            </a:r>
            <a:br>
              <a:rPr lang="en-US" sz="1200" dirty="0"/>
            </a:br>
            <a:endParaRPr lang="en-US" sz="1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D24787-F04D-523E-3FAA-8F3DEEB06211}"/>
              </a:ext>
            </a:extLst>
          </p:cNvPr>
          <p:cNvCxnSpPr>
            <a:cxnSpLocks/>
            <a:stCxn id="231" idx="5"/>
          </p:cNvCxnSpPr>
          <p:nvPr/>
        </p:nvCxnSpPr>
        <p:spPr>
          <a:xfrm>
            <a:off x="6486200" y="1679920"/>
            <a:ext cx="298752" cy="151109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F6CE9C-62E3-6EC0-7C04-1E49AA2727AE}"/>
              </a:ext>
            </a:extLst>
          </p:cNvPr>
          <p:cNvSpPr txBox="1"/>
          <p:nvPr/>
        </p:nvSpPr>
        <p:spPr>
          <a:xfrm>
            <a:off x="3298059" y="1447431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r>
              <a:rPr lang="en-US" sz="1400" dirty="0"/>
              <a:t>’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FDB661D-8131-2473-D60D-922BD3F7F93F}"/>
              </a:ext>
            </a:extLst>
          </p:cNvPr>
          <p:cNvSpPr/>
          <p:nvPr/>
        </p:nvSpPr>
        <p:spPr>
          <a:xfrm>
            <a:off x="6733364" y="1546573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Curved Connector 98">
            <a:extLst>
              <a:ext uri="{FF2B5EF4-FFF2-40B4-BE49-F238E27FC236}">
                <a16:creationId xmlns:a16="http://schemas.microsoft.com/office/drawing/2014/main" id="{6B98A4B8-7C55-00C0-BA4B-88140CC98588}"/>
              </a:ext>
            </a:extLst>
          </p:cNvPr>
          <p:cNvCxnSpPr>
            <a:cxnSpLocks/>
            <a:stCxn id="274" idx="2"/>
            <a:endCxn id="316" idx="4"/>
          </p:cNvCxnSpPr>
          <p:nvPr/>
        </p:nvCxnSpPr>
        <p:spPr>
          <a:xfrm rot="10800000">
            <a:off x="2052182" y="2555645"/>
            <a:ext cx="1003999" cy="886223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27511B-3470-FA4E-FE60-FE37B09EEAD5}"/>
              </a:ext>
            </a:extLst>
          </p:cNvPr>
          <p:cNvSpPr txBox="1"/>
          <p:nvPr/>
        </p:nvSpPr>
        <p:spPr>
          <a:xfrm>
            <a:off x="5317991" y="3276600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BE865D-F8CD-2F4F-78B9-85A242C7ECBF}"/>
              </a:ext>
            </a:extLst>
          </p:cNvPr>
          <p:cNvSpPr txBox="1"/>
          <p:nvPr/>
        </p:nvSpPr>
        <p:spPr>
          <a:xfrm>
            <a:off x="5777403" y="1777414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r>
              <a:rPr lang="en-US" sz="1400" dirty="0"/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966730-3475-1FC4-2545-07EC4DC30298}"/>
              </a:ext>
            </a:extLst>
          </p:cNvPr>
          <p:cNvSpPr txBox="1"/>
          <p:nvPr/>
        </p:nvSpPr>
        <p:spPr>
          <a:xfrm>
            <a:off x="6587295" y="1615451"/>
            <a:ext cx="949006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 err="1"/>
              <a:t>shiftBits</a:t>
            </a:r>
            <a:endParaRPr lang="en-US" sz="12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FF3615-51FC-757C-FF0F-202EEEA04CEE}"/>
              </a:ext>
            </a:extLst>
          </p:cNvPr>
          <p:cNvCxnSpPr>
            <a:cxnSpLocks/>
            <a:stCxn id="16" idx="4"/>
            <a:endCxn id="29" idx="0"/>
          </p:cNvCxnSpPr>
          <p:nvPr/>
        </p:nvCxnSpPr>
        <p:spPr>
          <a:xfrm flipH="1">
            <a:off x="7168151" y="2548833"/>
            <a:ext cx="60513" cy="780853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5FFBA17-0D6A-66FD-EB5F-C4C691DCCE75}"/>
              </a:ext>
            </a:extLst>
          </p:cNvPr>
          <p:cNvSpPr/>
          <p:nvPr/>
        </p:nvSpPr>
        <p:spPr>
          <a:xfrm>
            <a:off x="6672851" y="3329686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42373F-27F3-E087-1CE9-6E516EBC3E09}"/>
              </a:ext>
            </a:extLst>
          </p:cNvPr>
          <p:cNvSpPr txBox="1"/>
          <p:nvPr/>
        </p:nvSpPr>
        <p:spPr>
          <a:xfrm>
            <a:off x="6577982" y="3412807"/>
            <a:ext cx="949006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 err="1"/>
              <a:t>waitRise</a:t>
            </a:r>
            <a:br>
              <a:rPr lang="en-US" sz="1200" dirty="0"/>
            </a:br>
            <a:endParaRPr lang="en-US" sz="1200" dirty="0"/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B4524418-BC69-33EE-7E97-159D2113DA23}"/>
              </a:ext>
            </a:extLst>
          </p:cNvPr>
          <p:cNvCxnSpPr>
            <a:cxnSpLocks/>
            <a:stCxn id="29" idx="2"/>
            <a:endCxn id="234" idx="6"/>
          </p:cNvCxnSpPr>
          <p:nvPr/>
        </p:nvCxnSpPr>
        <p:spPr>
          <a:xfrm flipH="1" flipV="1">
            <a:off x="5652134" y="3811074"/>
            <a:ext cx="1020717" cy="1974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F6AC883C-7A0B-25F1-129E-1D2A85DC258F}"/>
              </a:ext>
            </a:extLst>
          </p:cNvPr>
          <p:cNvSpPr/>
          <p:nvPr/>
        </p:nvSpPr>
        <p:spPr>
          <a:xfrm>
            <a:off x="5640670" y="824438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2" name="Curved Connector 98">
            <a:extLst>
              <a:ext uri="{FF2B5EF4-FFF2-40B4-BE49-F238E27FC236}">
                <a16:creationId xmlns:a16="http://schemas.microsoft.com/office/drawing/2014/main" id="{8F8D2F73-88E8-BD20-9BA6-CEF4D5BEC520}"/>
              </a:ext>
            </a:extLst>
          </p:cNvPr>
          <p:cNvCxnSpPr/>
          <p:nvPr/>
        </p:nvCxnSpPr>
        <p:spPr>
          <a:xfrm rot="16200000" flipV="1">
            <a:off x="6128002" y="606006"/>
            <a:ext cx="12700" cy="700460"/>
          </a:xfrm>
          <a:prstGeom prst="curvedConnector3">
            <a:avLst>
              <a:gd name="adj1" fmla="val 45307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A6E1FED-654C-4D0A-742F-64C55275AFBB}"/>
              </a:ext>
            </a:extLst>
          </p:cNvPr>
          <p:cNvSpPr txBox="1"/>
          <p:nvPr/>
        </p:nvSpPr>
        <p:spPr>
          <a:xfrm>
            <a:off x="4904423" y="392863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endParaRPr lang="en-US" sz="140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1FCB4D81-6B6F-20B7-3A26-980FEC1E2B61}"/>
              </a:ext>
            </a:extLst>
          </p:cNvPr>
          <p:cNvSpPr/>
          <p:nvPr/>
        </p:nvSpPr>
        <p:spPr>
          <a:xfrm>
            <a:off x="4661534" y="3309944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5558DCA-2A8F-0078-863F-1D846ADA51C9}"/>
              </a:ext>
            </a:extLst>
          </p:cNvPr>
          <p:cNvSpPr txBox="1"/>
          <p:nvPr/>
        </p:nvSpPr>
        <p:spPr>
          <a:xfrm>
            <a:off x="4638536" y="3412807"/>
            <a:ext cx="94900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/>
              <a:t>increment:</a:t>
            </a:r>
          </a:p>
          <a:p>
            <a:pPr algn="r"/>
            <a:r>
              <a:rPr lang="en-US" sz="1200" dirty="0"/>
              <a:t>count++</a:t>
            </a:r>
            <a:br>
              <a:rPr lang="en-US" sz="1200" dirty="0"/>
            </a:br>
            <a:endParaRPr lang="en-US" sz="1200" dirty="0"/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EE1A8BD8-B491-D1FA-224D-997920F5E7BC}"/>
              </a:ext>
            </a:extLst>
          </p:cNvPr>
          <p:cNvCxnSpPr>
            <a:cxnSpLocks/>
            <a:stCxn id="4" idx="6"/>
            <a:endCxn id="231" idx="2"/>
          </p:cNvCxnSpPr>
          <p:nvPr/>
        </p:nvCxnSpPr>
        <p:spPr>
          <a:xfrm>
            <a:off x="5152136" y="1319377"/>
            <a:ext cx="488534" cy="619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09D07563-0AAB-7130-A358-6B9F88CB79A9}"/>
              </a:ext>
            </a:extLst>
          </p:cNvPr>
          <p:cNvSpPr txBox="1"/>
          <p:nvPr/>
        </p:nvSpPr>
        <p:spPr>
          <a:xfrm>
            <a:off x="5512792" y="876960"/>
            <a:ext cx="949006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 err="1"/>
              <a:t>waitFall</a:t>
            </a:r>
            <a:endParaRPr lang="en-US" sz="1200" dirty="0"/>
          </a:p>
        </p:txBody>
      </p:sp>
      <p:cxnSp>
        <p:nvCxnSpPr>
          <p:cNvPr id="257" name="Curved Connector 98">
            <a:extLst>
              <a:ext uri="{FF2B5EF4-FFF2-40B4-BE49-F238E27FC236}">
                <a16:creationId xmlns:a16="http://schemas.microsoft.com/office/drawing/2014/main" id="{2B873B27-92CC-B867-08C9-5F2F31C50391}"/>
              </a:ext>
            </a:extLst>
          </p:cNvPr>
          <p:cNvCxnSpPr/>
          <p:nvPr/>
        </p:nvCxnSpPr>
        <p:spPr>
          <a:xfrm rot="16200000" flipV="1">
            <a:off x="7170249" y="3085120"/>
            <a:ext cx="12700" cy="700460"/>
          </a:xfrm>
          <a:prstGeom prst="curvedConnector3">
            <a:avLst>
              <a:gd name="adj1" fmla="val 45307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14F50599-8268-A210-7C40-D823B41C10C6}"/>
              </a:ext>
            </a:extLst>
          </p:cNvPr>
          <p:cNvSpPr txBox="1"/>
          <p:nvPr/>
        </p:nvSpPr>
        <p:spPr>
          <a:xfrm>
            <a:off x="5946670" y="2871977"/>
            <a:ext cx="949006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400" dirty="0" err="1"/>
              <a:t>kbclk</a:t>
            </a:r>
            <a:r>
              <a:rPr lang="en-US" sz="1400" dirty="0"/>
              <a:t>’</a:t>
            </a:r>
          </a:p>
        </p:txBody>
      </p:sp>
      <p:cxnSp>
        <p:nvCxnSpPr>
          <p:cNvPr id="263" name="Curved Connector 98">
            <a:extLst>
              <a:ext uri="{FF2B5EF4-FFF2-40B4-BE49-F238E27FC236}">
                <a16:creationId xmlns:a16="http://schemas.microsoft.com/office/drawing/2014/main" id="{D5642FD1-CF7B-00B3-3481-CBAAEBB2FF7F}"/>
              </a:ext>
            </a:extLst>
          </p:cNvPr>
          <p:cNvCxnSpPr>
            <a:cxnSpLocks/>
            <a:stCxn id="234" idx="0"/>
            <a:endCxn id="4" idx="4"/>
          </p:cNvCxnSpPr>
          <p:nvPr/>
        </p:nvCxnSpPr>
        <p:spPr>
          <a:xfrm rot="16200000" flipV="1">
            <a:off x="4162117" y="2315227"/>
            <a:ext cx="1489437" cy="49999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>
            <a:extLst>
              <a:ext uri="{FF2B5EF4-FFF2-40B4-BE49-F238E27FC236}">
                <a16:creationId xmlns:a16="http://schemas.microsoft.com/office/drawing/2014/main" id="{501CC02A-35D1-6EB4-DC37-359EF7E9992A}"/>
              </a:ext>
            </a:extLst>
          </p:cNvPr>
          <p:cNvSpPr/>
          <p:nvPr/>
        </p:nvSpPr>
        <p:spPr>
          <a:xfrm>
            <a:off x="3056180" y="2940737"/>
            <a:ext cx="990600" cy="10022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676441A7-F33F-8E56-B031-8BB872310AC5}"/>
              </a:ext>
            </a:extLst>
          </p:cNvPr>
          <p:cNvSpPr txBox="1"/>
          <p:nvPr/>
        </p:nvSpPr>
        <p:spPr>
          <a:xfrm>
            <a:off x="2950909" y="2997967"/>
            <a:ext cx="949006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200" dirty="0" err="1"/>
              <a:t>scanBits</a:t>
            </a:r>
            <a:endParaRPr lang="en-US" sz="1200" dirty="0"/>
          </a:p>
        </p:txBody>
      </p:sp>
      <p:cxnSp>
        <p:nvCxnSpPr>
          <p:cNvPr id="282" name="Curved Connector 98">
            <a:extLst>
              <a:ext uri="{FF2B5EF4-FFF2-40B4-BE49-F238E27FC236}">
                <a16:creationId xmlns:a16="http://schemas.microsoft.com/office/drawing/2014/main" id="{4ADC380B-0E7A-3792-817E-0CC9682BD27C}"/>
              </a:ext>
            </a:extLst>
          </p:cNvPr>
          <p:cNvCxnSpPr>
            <a:cxnSpLocks/>
            <a:stCxn id="4" idx="4"/>
            <a:endCxn id="274" idx="6"/>
          </p:cNvCxnSpPr>
          <p:nvPr/>
        </p:nvCxnSpPr>
        <p:spPr>
          <a:xfrm rot="5400000">
            <a:off x="3541128" y="2326159"/>
            <a:ext cx="1621360" cy="610056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Rounded Rectangle 106">
            <a:extLst>
              <a:ext uri="{FF2B5EF4-FFF2-40B4-BE49-F238E27FC236}">
                <a16:creationId xmlns:a16="http://schemas.microsoft.com/office/drawing/2014/main" id="{DBD9261B-CD5B-0CCE-A667-9C91DC4641DE}"/>
              </a:ext>
            </a:extLst>
          </p:cNvPr>
          <p:cNvSpPr/>
          <p:nvPr/>
        </p:nvSpPr>
        <p:spPr>
          <a:xfrm>
            <a:off x="12253517" y="2566928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0F98025D-8CDF-0CD7-709F-86FACA9F4C38}"/>
              </a:ext>
            </a:extLst>
          </p:cNvPr>
          <p:cNvSpPr txBox="1"/>
          <p:nvPr/>
        </p:nvSpPr>
        <p:spPr>
          <a:xfrm>
            <a:off x="12471140" y="2740090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L Comparator </a:t>
            </a:r>
            <a:endParaRPr lang="en-US" sz="4400" b="1"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B0ABFFD1-6B54-BA0B-3900-C524DC00EECA}"/>
              </a:ext>
            </a:extLst>
          </p:cNvPr>
          <p:cNvSpPr txBox="1"/>
          <p:nvPr/>
        </p:nvSpPr>
        <p:spPr>
          <a:xfrm>
            <a:off x="13145712" y="1397157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33</a:t>
            </a:r>
          </a:p>
        </p:txBody>
      </p:sp>
      <p:sp>
        <p:nvSpPr>
          <p:cNvPr id="98" name="Rounded Rectangle 106">
            <a:extLst>
              <a:ext uri="{FF2B5EF4-FFF2-40B4-BE49-F238E27FC236}">
                <a16:creationId xmlns:a16="http://schemas.microsoft.com/office/drawing/2014/main" id="{A2AF5777-8C9F-C9A5-03DD-F18C0BF5C142}"/>
              </a:ext>
            </a:extLst>
          </p:cNvPr>
          <p:cNvSpPr/>
          <p:nvPr/>
        </p:nvSpPr>
        <p:spPr>
          <a:xfrm>
            <a:off x="10993549" y="3558765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A1375B7-0240-71C8-75A8-7E1A241E3A92}"/>
              </a:ext>
            </a:extLst>
          </p:cNvPr>
          <p:cNvSpPr txBox="1"/>
          <p:nvPr/>
        </p:nvSpPr>
        <p:spPr>
          <a:xfrm>
            <a:off x="11211172" y="3731927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Shift Right 1</a:t>
            </a:r>
            <a:endParaRPr lang="en-US" sz="4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DB9A84-54D4-EA60-9D65-BD1E78C8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951" y="6307090"/>
            <a:ext cx="2560398" cy="252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40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593748" y="812800"/>
            <a:ext cx="6493229" cy="6619832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20405" y="812800"/>
            <a:ext cx="1219200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3200" b="1" dirty="0">
                <a:solidFill>
                  <a:prstClr val="black"/>
                </a:solidFill>
                <a:latin typeface="Calibri"/>
              </a:rPr>
              <a:t>Lec11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51920" y="1597258"/>
            <a:ext cx="1751173" cy="2219231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56087" y="1587333"/>
            <a:ext cx="1747008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2400" b="1" dirty="0">
                <a:solidFill>
                  <a:prstClr val="black"/>
                </a:solidFill>
                <a:latin typeface="Calibri"/>
              </a:rPr>
              <a:t>Lec11_dp</a:t>
            </a:r>
            <a:endParaRPr lang="en-US" sz="5867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3" name="Straight Connector 52"/>
          <p:cNvCxnSpPr>
            <a:stCxn id="54" idx="3"/>
            <a:endCxn id="57" idx="1"/>
          </p:cNvCxnSpPr>
          <p:nvPr/>
        </p:nvCxnSpPr>
        <p:spPr>
          <a:xfrm>
            <a:off x="7808330" y="2154188"/>
            <a:ext cx="64359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97129" y="1907968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5" name="Straight Connector 54"/>
          <p:cNvCxnSpPr>
            <a:stCxn id="56" idx="3"/>
            <a:endCxn id="58" idx="1"/>
          </p:cNvCxnSpPr>
          <p:nvPr/>
        </p:nvCxnSpPr>
        <p:spPr>
          <a:xfrm>
            <a:off x="7805055" y="2527223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14820" y="2281002"/>
            <a:ext cx="139023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1920" y="1907968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451922" y="2281002"/>
            <a:ext cx="124481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61" name="Straight Connector 60"/>
          <p:cNvCxnSpPr>
            <a:stCxn id="62" idx="3"/>
            <a:endCxn id="63" idx="1"/>
          </p:cNvCxnSpPr>
          <p:nvPr/>
        </p:nvCxnSpPr>
        <p:spPr>
          <a:xfrm>
            <a:off x="7798501" y="2904145"/>
            <a:ext cx="646868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785777" y="2657925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45368" y="2657925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10" name="Straight Connector 109"/>
          <p:cNvCxnSpPr/>
          <p:nvPr/>
        </p:nvCxnSpPr>
        <p:spPr>
          <a:xfrm>
            <a:off x="4511107" y="1870236"/>
            <a:ext cx="1079084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endCxn id="113" idx="1"/>
          </p:cNvCxnSpPr>
          <p:nvPr/>
        </p:nvCxnSpPr>
        <p:spPr>
          <a:xfrm flipV="1">
            <a:off x="4511107" y="2351264"/>
            <a:ext cx="1091784" cy="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577491" y="1624016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602892" y="2105042"/>
            <a:ext cx="1342369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114" name="Straight Connector 113"/>
          <p:cNvCxnSpPr/>
          <p:nvPr/>
        </p:nvCxnSpPr>
        <p:spPr>
          <a:xfrm>
            <a:off x="4511107" y="2818305"/>
            <a:ext cx="1091784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endCxn id="117" idx="1"/>
          </p:cNvCxnSpPr>
          <p:nvPr/>
        </p:nvCxnSpPr>
        <p:spPr>
          <a:xfrm flipV="1">
            <a:off x="4511108" y="3263649"/>
            <a:ext cx="1094729" cy="383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90190" y="2572085"/>
            <a:ext cx="1092316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605837" y="3017427"/>
            <a:ext cx="1342369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kbdata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235399" y="1454485"/>
            <a:ext cx="125264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146604" y="1935510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35399" y="2402553"/>
            <a:ext cx="1265341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149549" y="2847895"/>
            <a:ext cx="136356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kbdata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2201915" y="2197163"/>
            <a:ext cx="1751173" cy="1679469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206079" y="2187239"/>
            <a:ext cx="1747011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2400" b="1" dirty="0">
                <a:solidFill>
                  <a:prstClr val="black"/>
                </a:solidFill>
                <a:latin typeface="Calibri"/>
              </a:rPr>
              <a:t>Keyboard</a:t>
            </a:r>
            <a:endParaRPr lang="en-US" sz="5867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39" name="Straight Connector 138"/>
          <p:cNvCxnSpPr>
            <a:stCxn id="140" idx="3"/>
          </p:cNvCxnSpPr>
          <p:nvPr/>
        </p:nvCxnSpPr>
        <p:spPr>
          <a:xfrm flipV="1">
            <a:off x="3954728" y="2819902"/>
            <a:ext cx="675757" cy="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2633928" y="2573682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2" name="Straight Connector 141"/>
          <p:cNvCxnSpPr>
            <a:stCxn id="143" idx="3"/>
          </p:cNvCxnSpPr>
          <p:nvPr/>
        </p:nvCxnSpPr>
        <p:spPr>
          <a:xfrm flipV="1">
            <a:off x="3948779" y="3260988"/>
            <a:ext cx="675757" cy="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627979" y="3014767"/>
            <a:ext cx="13208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kbdata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55" name="Straight Connector 154"/>
          <p:cNvCxnSpPr>
            <a:stCxn id="156" idx="3"/>
            <a:endCxn id="157" idx="1"/>
          </p:cNvCxnSpPr>
          <p:nvPr/>
        </p:nvCxnSpPr>
        <p:spPr>
          <a:xfrm>
            <a:off x="7793772" y="3271511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550641" y="3025290"/>
            <a:ext cx="1243132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kbdata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8440639" y="3025290"/>
            <a:ext cx="125609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kbdata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60" name="Straight Connector 159"/>
          <p:cNvCxnSpPr>
            <a:stCxn id="161" idx="3"/>
            <a:endCxn id="162" idx="1"/>
          </p:cNvCxnSpPr>
          <p:nvPr/>
        </p:nvCxnSpPr>
        <p:spPr>
          <a:xfrm>
            <a:off x="10192176" y="2526455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8801941" y="2280234"/>
            <a:ext cx="139023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sw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0839043" y="2280234"/>
            <a:ext cx="124481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sw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63" name="Straight Connector 162"/>
          <p:cNvCxnSpPr>
            <a:stCxn id="164" idx="3"/>
            <a:endCxn id="165" idx="1"/>
          </p:cNvCxnSpPr>
          <p:nvPr/>
        </p:nvCxnSpPr>
        <p:spPr>
          <a:xfrm>
            <a:off x="10185624" y="2903377"/>
            <a:ext cx="724353" cy="0"/>
          </a:xfrm>
          <a:prstGeom prst="line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9172900" y="2657157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scan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09976" y="2657157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scan</a:t>
            </a:r>
          </a:p>
        </p:txBody>
      </p:sp>
      <p:cxnSp>
        <p:nvCxnSpPr>
          <p:cNvPr id="217" name="Straight Connector 216"/>
          <p:cNvCxnSpPr>
            <a:stCxn id="218" idx="3"/>
            <a:endCxn id="219" idx="1"/>
          </p:cNvCxnSpPr>
          <p:nvPr/>
        </p:nvCxnSpPr>
        <p:spPr>
          <a:xfrm>
            <a:off x="12078320" y="3927835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10688085" y="3681614"/>
            <a:ext cx="139023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busy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2725187" y="3681614"/>
            <a:ext cx="124481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busy</a:t>
            </a:r>
          </a:p>
        </p:txBody>
      </p:sp>
      <p:cxnSp>
        <p:nvCxnSpPr>
          <p:cNvPr id="220" name="Straight Connector 219"/>
          <p:cNvCxnSpPr>
            <a:stCxn id="221" idx="3"/>
            <a:endCxn id="222" idx="1"/>
          </p:cNvCxnSpPr>
          <p:nvPr/>
        </p:nvCxnSpPr>
        <p:spPr>
          <a:xfrm>
            <a:off x="12071767" y="4304757"/>
            <a:ext cx="709932" cy="0"/>
          </a:xfrm>
          <a:prstGeom prst="line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11059044" y="4058537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scan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781699" y="4058537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scan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8451920" y="4502202"/>
            <a:ext cx="1751173" cy="2219231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8456087" y="4492277"/>
            <a:ext cx="1747008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2400" b="1" dirty="0">
                <a:solidFill>
                  <a:prstClr val="black"/>
                </a:solidFill>
                <a:latin typeface="Calibri"/>
              </a:rPr>
              <a:t>Lec11_cu</a:t>
            </a:r>
            <a:endParaRPr lang="en-US" sz="5867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5" name="Straight Connector 244"/>
          <p:cNvCxnSpPr>
            <a:stCxn id="246" idx="3"/>
            <a:endCxn id="249" idx="1"/>
          </p:cNvCxnSpPr>
          <p:nvPr/>
        </p:nvCxnSpPr>
        <p:spPr>
          <a:xfrm>
            <a:off x="7808330" y="5059132"/>
            <a:ext cx="64359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7097129" y="4812912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47" name="Straight Connector 246"/>
          <p:cNvCxnSpPr>
            <a:stCxn id="248" idx="3"/>
            <a:endCxn id="250" idx="1"/>
          </p:cNvCxnSpPr>
          <p:nvPr/>
        </p:nvCxnSpPr>
        <p:spPr>
          <a:xfrm>
            <a:off x="7805055" y="5432167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6414820" y="5185946"/>
            <a:ext cx="139023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451920" y="4812912"/>
            <a:ext cx="711200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8451922" y="5185946"/>
            <a:ext cx="124481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reset</a:t>
            </a:r>
          </a:p>
        </p:txBody>
      </p:sp>
      <p:cxnSp>
        <p:nvCxnSpPr>
          <p:cNvPr id="251" name="Straight Connector 250"/>
          <p:cNvCxnSpPr>
            <a:stCxn id="252" idx="3"/>
            <a:endCxn id="253" idx="1"/>
          </p:cNvCxnSpPr>
          <p:nvPr/>
        </p:nvCxnSpPr>
        <p:spPr>
          <a:xfrm>
            <a:off x="7798501" y="5809089"/>
            <a:ext cx="646868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6785777" y="5562869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8445368" y="5562869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kbclk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54" name="Straight Connector 253"/>
          <p:cNvCxnSpPr>
            <a:stCxn id="255" idx="3"/>
            <a:endCxn id="256" idx="1"/>
          </p:cNvCxnSpPr>
          <p:nvPr/>
        </p:nvCxnSpPr>
        <p:spPr>
          <a:xfrm>
            <a:off x="7793772" y="6176455"/>
            <a:ext cx="646867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6550641" y="5930234"/>
            <a:ext cx="1243132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sw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8440639" y="5930234"/>
            <a:ext cx="125609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sw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57" name="Straight Connector 256"/>
          <p:cNvCxnSpPr>
            <a:stCxn id="258" idx="3"/>
            <a:endCxn id="259" idx="1"/>
          </p:cNvCxnSpPr>
          <p:nvPr/>
        </p:nvCxnSpPr>
        <p:spPr>
          <a:xfrm>
            <a:off x="10192176" y="5431399"/>
            <a:ext cx="646867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8801941" y="5185178"/>
            <a:ext cx="1390235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0839043" y="5185178"/>
            <a:ext cx="124481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 err="1">
                <a:solidFill>
                  <a:prstClr val="black"/>
                </a:solidFill>
                <a:latin typeface="Calibri"/>
              </a:rPr>
              <a:t>cw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60" name="Straight Connector 259"/>
          <p:cNvCxnSpPr>
            <a:stCxn id="261" idx="3"/>
            <a:endCxn id="262" idx="1"/>
          </p:cNvCxnSpPr>
          <p:nvPr/>
        </p:nvCxnSpPr>
        <p:spPr>
          <a:xfrm>
            <a:off x="10185624" y="5808321"/>
            <a:ext cx="724353" cy="0"/>
          </a:xfrm>
          <a:prstGeom prst="line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9172900" y="5562101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r"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scan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909976" y="5562101"/>
            <a:ext cx="1012723" cy="49244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/>
              </a:rPr>
              <a:t>scan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79600" y="356824"/>
            <a:ext cx="11785601" cy="7567976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spcCol="0"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879600" y="358404"/>
            <a:ext cx="1794933" cy="615553"/>
          </a:xfrm>
          <a:prstGeom prst="rect">
            <a:avLst/>
          </a:prstGeom>
          <a:noFill/>
        </p:spPr>
        <p:txBody>
          <a:bodyPr wrap="square" lIns="121920" tIns="60960" rIns="121920" bIns="60960" rtlCol="0">
            <a:spAutoFit/>
          </a:bodyPr>
          <a:lstStyle/>
          <a:p>
            <a:pPr algn="ctr" defTabSz="1219170"/>
            <a:r>
              <a:rPr lang="en-US" sz="3200" b="1" dirty="0">
                <a:solidFill>
                  <a:prstClr val="black"/>
                </a:solidFill>
                <a:latin typeface="Calibri"/>
              </a:rPr>
              <a:t>Lec11_tb</a:t>
            </a:r>
          </a:p>
        </p:txBody>
      </p:sp>
    </p:spTree>
    <p:extLst>
      <p:ext uri="{BB962C8B-B14F-4D97-AF65-F5344CB8AC3E}">
        <p14:creationId xmlns:p14="http://schemas.microsoft.com/office/powerpoint/2010/main" val="23986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27C3CC056F0A44BF8874BE3FAE2782" ma:contentTypeVersion="8" ma:contentTypeDescription="Create a new document." ma:contentTypeScope="" ma:versionID="d73b712d53cc84e35dfdd2aa21c2722d">
  <xsd:schema xmlns:xsd="http://www.w3.org/2001/XMLSchema" xmlns:xs="http://www.w3.org/2001/XMLSchema" xmlns:p="http://schemas.microsoft.com/office/2006/metadata/properties" xmlns:ns2="72217bdb-4df2-4e5b-b7c2-fc2fa124e0bd" targetNamespace="http://schemas.microsoft.com/office/2006/metadata/properties" ma:root="true" ma:fieldsID="a7c76e25f8b33dd8b1af0a08521feb67" ns2:_="">
    <xsd:import namespace="72217bdb-4df2-4e5b-b7c2-fc2fa124e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217bdb-4df2-4e5b-b7c2-fc2fa124e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356E3B-B479-49C7-826A-AA0B606644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217bdb-4df2-4e5b-b7c2-fc2fa124e0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104800-CE28-4E8E-A59A-A5B2388482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A8433A-3D66-4151-8815-99EA4290D14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2153</TotalTime>
  <Words>136</Words>
  <Application>Microsoft Office PowerPoint</Application>
  <PresentationFormat>Custom</PresentationFormat>
  <Paragraphs>97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 Jeff Falkinburg</dc:creator>
  <cp:lastModifiedBy>Alves, John J C2C USAF USAFA CW/CS23</cp:lastModifiedBy>
  <cp:revision>31</cp:revision>
  <dcterms:created xsi:type="dcterms:W3CDTF">2017-02-06T02:43:30Z</dcterms:created>
  <dcterms:modified xsi:type="dcterms:W3CDTF">2026-02-06T23:41:52Z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0x0101000C27C3CC056F0A44BF8874BE3FAE2782</vt:lpwstr>
  </property>
  <property fmtid="{D5CDD505-2E9C-101B-9397-08002B2CF9AE}" pid="3" name="Order">
    <vt:r8>12500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