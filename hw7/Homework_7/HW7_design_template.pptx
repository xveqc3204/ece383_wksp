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5544800" cy="9144000"/>
  <p:notesSz cx="6858000" cy="9144000"/>
  <p:defaultTextStyle>
    <a:defPPr>
      <a:defRPr lang="en-US"/>
    </a:defPPr>
    <a:lvl1pPr marL="0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05368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10736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16104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21473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526841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232209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4937577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642945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36" y="32"/>
      </p:cViewPr>
      <p:guideLst>
        <p:guide orient="horz" pos="2880"/>
        <p:guide pos="4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7B975-F7F5-41C4-B0AA-01A9609FE2C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14350" y="685800"/>
            <a:ext cx="5829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A0B65-40F5-4201-9AC1-72C93F8E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1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705368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1410736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2116104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2821473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3526841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232209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4937577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642945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14350" y="685800"/>
            <a:ext cx="5829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A0B65-40F5-4201-9AC1-72C93F8EEE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1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2840568"/>
            <a:ext cx="1321308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1720" y="5181600"/>
            <a:ext cx="1088136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05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10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1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21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26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3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3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64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0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0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32" y="5875867"/>
            <a:ext cx="13213080" cy="1816100"/>
          </a:xfrm>
        </p:spPr>
        <p:txBody>
          <a:bodyPr anchor="t"/>
          <a:lstStyle>
            <a:lvl1pPr algn="l">
              <a:defRPr sz="6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932" y="3875618"/>
            <a:ext cx="13213080" cy="2000249"/>
          </a:xfrm>
        </p:spPr>
        <p:txBody>
          <a:bodyPr anchor="b"/>
          <a:lstStyle>
            <a:lvl1pPr marL="0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1pPr>
            <a:lvl2pPr marL="705368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41073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11610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2147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52684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232209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4937577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64294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6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2133601"/>
            <a:ext cx="6865620" cy="6034617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1940" y="2133601"/>
            <a:ext cx="6865620" cy="6034617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6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046817"/>
            <a:ext cx="6868320" cy="853016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705368" indent="0">
              <a:buNone/>
              <a:defRPr sz="3100" b="1"/>
            </a:lvl2pPr>
            <a:lvl3pPr marL="1410736" indent="0">
              <a:buNone/>
              <a:defRPr sz="2800" b="1"/>
            </a:lvl3pPr>
            <a:lvl4pPr marL="2116104" indent="0">
              <a:buNone/>
              <a:defRPr sz="2500" b="1"/>
            </a:lvl4pPr>
            <a:lvl5pPr marL="2821473" indent="0">
              <a:buNone/>
              <a:defRPr sz="2500" b="1"/>
            </a:lvl5pPr>
            <a:lvl6pPr marL="3526841" indent="0">
              <a:buNone/>
              <a:defRPr sz="2500" b="1"/>
            </a:lvl6pPr>
            <a:lvl7pPr marL="4232209" indent="0">
              <a:buNone/>
              <a:defRPr sz="2500" b="1"/>
            </a:lvl7pPr>
            <a:lvl8pPr marL="4937577" indent="0">
              <a:buNone/>
              <a:defRPr sz="2500" b="1"/>
            </a:lvl8pPr>
            <a:lvl9pPr marL="5642945" indent="0">
              <a:buNone/>
              <a:defRPr sz="2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899833"/>
            <a:ext cx="6868320" cy="5268384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96543" y="2046817"/>
            <a:ext cx="6871018" cy="853016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705368" indent="0">
              <a:buNone/>
              <a:defRPr sz="3100" b="1"/>
            </a:lvl2pPr>
            <a:lvl3pPr marL="1410736" indent="0">
              <a:buNone/>
              <a:defRPr sz="2800" b="1"/>
            </a:lvl3pPr>
            <a:lvl4pPr marL="2116104" indent="0">
              <a:buNone/>
              <a:defRPr sz="2500" b="1"/>
            </a:lvl4pPr>
            <a:lvl5pPr marL="2821473" indent="0">
              <a:buNone/>
              <a:defRPr sz="2500" b="1"/>
            </a:lvl5pPr>
            <a:lvl6pPr marL="3526841" indent="0">
              <a:buNone/>
              <a:defRPr sz="2500" b="1"/>
            </a:lvl6pPr>
            <a:lvl7pPr marL="4232209" indent="0">
              <a:buNone/>
              <a:defRPr sz="2500" b="1"/>
            </a:lvl7pPr>
            <a:lvl8pPr marL="4937577" indent="0">
              <a:buNone/>
              <a:defRPr sz="2500" b="1"/>
            </a:lvl8pPr>
            <a:lvl9pPr marL="5642945" indent="0">
              <a:buNone/>
              <a:defRPr sz="2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96543" y="2899833"/>
            <a:ext cx="6871018" cy="5268384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0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9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1" y="364067"/>
            <a:ext cx="5114132" cy="1549400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7585" y="364067"/>
            <a:ext cx="8689975" cy="7804151"/>
          </a:xfrm>
        </p:spPr>
        <p:txBody>
          <a:bodyPr/>
          <a:lstStyle>
            <a:lvl1pPr>
              <a:defRPr sz="4900"/>
            </a:lvl1pPr>
            <a:lvl2pPr>
              <a:defRPr sz="4300"/>
            </a:lvl2pPr>
            <a:lvl3pPr>
              <a:defRPr sz="37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1" y="1913467"/>
            <a:ext cx="5114132" cy="6254751"/>
          </a:xfrm>
        </p:spPr>
        <p:txBody>
          <a:bodyPr/>
          <a:lstStyle>
            <a:lvl1pPr marL="0" indent="0">
              <a:buNone/>
              <a:defRPr sz="2200"/>
            </a:lvl1pPr>
            <a:lvl2pPr marL="705368" indent="0">
              <a:buNone/>
              <a:defRPr sz="1900"/>
            </a:lvl2pPr>
            <a:lvl3pPr marL="1410736" indent="0">
              <a:buNone/>
              <a:defRPr sz="1500"/>
            </a:lvl3pPr>
            <a:lvl4pPr marL="2116104" indent="0">
              <a:buNone/>
              <a:defRPr sz="1400"/>
            </a:lvl4pPr>
            <a:lvl5pPr marL="2821473" indent="0">
              <a:buNone/>
              <a:defRPr sz="1400"/>
            </a:lvl5pPr>
            <a:lvl6pPr marL="3526841" indent="0">
              <a:buNone/>
              <a:defRPr sz="1400"/>
            </a:lvl6pPr>
            <a:lvl7pPr marL="4232209" indent="0">
              <a:buNone/>
              <a:defRPr sz="1400"/>
            </a:lvl7pPr>
            <a:lvl8pPr marL="4937577" indent="0">
              <a:buNone/>
              <a:defRPr sz="1400"/>
            </a:lvl8pPr>
            <a:lvl9pPr marL="5642945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890" y="6400800"/>
            <a:ext cx="9326880" cy="755651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6890" y="817033"/>
            <a:ext cx="9326880" cy="5486400"/>
          </a:xfrm>
        </p:spPr>
        <p:txBody>
          <a:bodyPr/>
          <a:lstStyle>
            <a:lvl1pPr marL="0" indent="0">
              <a:buNone/>
              <a:defRPr sz="4900"/>
            </a:lvl1pPr>
            <a:lvl2pPr marL="705368" indent="0">
              <a:buNone/>
              <a:defRPr sz="4300"/>
            </a:lvl2pPr>
            <a:lvl3pPr marL="1410736" indent="0">
              <a:buNone/>
              <a:defRPr sz="3700"/>
            </a:lvl3pPr>
            <a:lvl4pPr marL="2116104" indent="0">
              <a:buNone/>
              <a:defRPr sz="3100"/>
            </a:lvl4pPr>
            <a:lvl5pPr marL="2821473" indent="0">
              <a:buNone/>
              <a:defRPr sz="3100"/>
            </a:lvl5pPr>
            <a:lvl6pPr marL="3526841" indent="0">
              <a:buNone/>
              <a:defRPr sz="3100"/>
            </a:lvl6pPr>
            <a:lvl7pPr marL="4232209" indent="0">
              <a:buNone/>
              <a:defRPr sz="3100"/>
            </a:lvl7pPr>
            <a:lvl8pPr marL="4937577" indent="0">
              <a:buNone/>
              <a:defRPr sz="3100"/>
            </a:lvl8pPr>
            <a:lvl9pPr marL="5642945" indent="0">
              <a:buNone/>
              <a:defRPr sz="3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6890" y="7156451"/>
            <a:ext cx="9326880" cy="1073149"/>
          </a:xfrm>
        </p:spPr>
        <p:txBody>
          <a:bodyPr/>
          <a:lstStyle>
            <a:lvl1pPr marL="0" indent="0">
              <a:buNone/>
              <a:defRPr sz="2200"/>
            </a:lvl1pPr>
            <a:lvl2pPr marL="705368" indent="0">
              <a:buNone/>
              <a:defRPr sz="1900"/>
            </a:lvl2pPr>
            <a:lvl3pPr marL="1410736" indent="0">
              <a:buNone/>
              <a:defRPr sz="1500"/>
            </a:lvl3pPr>
            <a:lvl4pPr marL="2116104" indent="0">
              <a:buNone/>
              <a:defRPr sz="1400"/>
            </a:lvl4pPr>
            <a:lvl5pPr marL="2821473" indent="0">
              <a:buNone/>
              <a:defRPr sz="1400"/>
            </a:lvl5pPr>
            <a:lvl6pPr marL="3526841" indent="0">
              <a:buNone/>
              <a:defRPr sz="1400"/>
            </a:lvl6pPr>
            <a:lvl7pPr marL="4232209" indent="0">
              <a:buNone/>
              <a:defRPr sz="1400"/>
            </a:lvl7pPr>
            <a:lvl8pPr marL="4937577" indent="0">
              <a:buNone/>
              <a:defRPr sz="1400"/>
            </a:lvl8pPr>
            <a:lvl9pPr marL="5642945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2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69980" y="366185"/>
            <a:ext cx="349758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7240" y="366185"/>
            <a:ext cx="1023366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5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366184"/>
            <a:ext cx="13990320" cy="1524000"/>
          </a:xfrm>
          <a:prstGeom prst="rect">
            <a:avLst/>
          </a:prstGeom>
        </p:spPr>
        <p:txBody>
          <a:bodyPr vert="horz" lIns="141074" tIns="70537" rIns="141074" bIns="7053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133601"/>
            <a:ext cx="13990320" cy="6034617"/>
          </a:xfrm>
          <a:prstGeom prst="rect">
            <a:avLst/>
          </a:prstGeom>
        </p:spPr>
        <p:txBody>
          <a:bodyPr vert="horz" lIns="141074" tIns="70537" rIns="141074" bIns="7053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" y="8475134"/>
            <a:ext cx="3627120" cy="486833"/>
          </a:xfrm>
          <a:prstGeom prst="rect">
            <a:avLst/>
          </a:prstGeom>
        </p:spPr>
        <p:txBody>
          <a:bodyPr vert="horz" lIns="141074" tIns="70537" rIns="141074" bIns="70537" rtlCol="0" anchor="ctr"/>
          <a:lstStyle>
            <a:lvl1pPr algn="l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CA0FF-229E-4D12-A81A-65A0BDBA623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11140" y="8475134"/>
            <a:ext cx="4922520" cy="486833"/>
          </a:xfrm>
          <a:prstGeom prst="rect">
            <a:avLst/>
          </a:prstGeom>
        </p:spPr>
        <p:txBody>
          <a:bodyPr vert="horz" lIns="141074" tIns="70537" rIns="141074" bIns="70537" rtlCol="0" anchor="ctr"/>
          <a:lstStyle>
            <a:lvl1pPr algn="ct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0440" y="8475134"/>
            <a:ext cx="3627120" cy="486833"/>
          </a:xfrm>
          <a:prstGeom prst="rect">
            <a:avLst/>
          </a:prstGeom>
        </p:spPr>
        <p:txBody>
          <a:bodyPr vert="horz" lIns="141074" tIns="70537" rIns="141074" bIns="70537" rtlCol="0" anchor="ctr"/>
          <a:lstStyle>
            <a:lvl1pPr algn="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10736" rtl="0" eaLnBrk="1" latinLnBrk="0" hangingPunct="1">
        <a:spcBef>
          <a:spcPct val="0"/>
        </a:spcBef>
        <a:buNone/>
        <a:defRPr sz="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9026" indent="-529026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4900" kern="1200">
          <a:solidFill>
            <a:schemeClr val="tx1"/>
          </a:solidFill>
          <a:latin typeface="+mn-lt"/>
          <a:ea typeface="+mn-ea"/>
          <a:cs typeface="+mn-cs"/>
        </a:defRPr>
      </a:lvl1pPr>
      <a:lvl2pPr marL="1146223" indent="-440855" algn="l" defTabSz="1410736" rtl="0" eaLnBrk="1" latinLnBrk="0" hangingPunct="1">
        <a:spcBef>
          <a:spcPct val="20000"/>
        </a:spcBef>
        <a:buFont typeface="Arial" panose="020B0604020202020204" pitchFamily="34" charset="0"/>
        <a:buChar char="–"/>
        <a:defRPr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1763420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3pPr>
      <a:lvl4pPr marL="2468789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74157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879525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584893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290261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5995629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05368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10736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16104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21473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6841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32209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937577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642945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 106"/>
          <p:cNvSpPr/>
          <p:nvPr/>
        </p:nvSpPr>
        <p:spPr>
          <a:xfrm>
            <a:off x="11420791" y="1098224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108" name="TextBox 107"/>
          <p:cNvSpPr txBox="1"/>
          <p:nvPr/>
        </p:nvSpPr>
        <p:spPr>
          <a:xfrm>
            <a:off x="11638414" y="1271386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counter </a:t>
            </a:r>
            <a:endParaRPr lang="en-US" sz="4400" b="1" dirty="0"/>
          </a:p>
        </p:txBody>
      </p:sp>
      <p:cxnSp>
        <p:nvCxnSpPr>
          <p:cNvPr id="111" name="Straight Connector 110"/>
          <p:cNvCxnSpPr>
            <a:cxnSpLocks/>
          </p:cNvCxnSpPr>
          <p:nvPr/>
        </p:nvCxnSpPr>
        <p:spPr>
          <a:xfrm>
            <a:off x="9518214" y="1295873"/>
            <a:ext cx="1884839" cy="139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1376391" y="1098224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cxnSp>
        <p:nvCxnSpPr>
          <p:cNvPr id="114" name="Elbow Connector 113"/>
          <p:cNvCxnSpPr/>
          <p:nvPr/>
        </p:nvCxnSpPr>
        <p:spPr>
          <a:xfrm rot="16200000" flipH="1">
            <a:off x="11579681" y="2072982"/>
            <a:ext cx="1046334" cy="571661"/>
          </a:xfrm>
          <a:prstGeom prst="bentConnector3">
            <a:avLst>
              <a:gd name="adj1" fmla="val 3198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13794433" y="2357480"/>
            <a:ext cx="14231" cy="52428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3341432" y="2416078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13634760" y="2461917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1611215" y="184967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11</a:t>
            </a:r>
          </a:p>
        </p:txBody>
      </p:sp>
      <p:cxnSp>
        <p:nvCxnSpPr>
          <p:cNvPr id="126" name="Straight Connector 125"/>
          <p:cNvCxnSpPr/>
          <p:nvPr/>
        </p:nvCxnSpPr>
        <p:spPr>
          <a:xfrm flipV="1">
            <a:off x="11958307" y="2058516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13469799" y="1919140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2000</a:t>
            </a:r>
          </a:p>
        </p:txBody>
      </p:sp>
      <p:cxnSp>
        <p:nvCxnSpPr>
          <p:cNvPr id="236" name="Straight Connector 235"/>
          <p:cNvCxnSpPr>
            <a:cxnSpLocks/>
          </p:cNvCxnSpPr>
          <p:nvPr/>
        </p:nvCxnSpPr>
        <p:spPr>
          <a:xfrm flipH="1">
            <a:off x="9533551" y="3318263"/>
            <a:ext cx="2533256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Isosceles Triangle 240"/>
          <p:cNvSpPr/>
          <p:nvPr/>
        </p:nvSpPr>
        <p:spPr>
          <a:xfrm rot="5400000">
            <a:off x="11351160" y="1571326"/>
            <a:ext cx="266700" cy="143315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TextBox 243"/>
          <p:cNvSpPr txBox="1"/>
          <p:nvPr/>
        </p:nvSpPr>
        <p:spPr>
          <a:xfrm>
            <a:off x="10170867" y="987213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2</a:t>
            </a:r>
          </a:p>
        </p:txBody>
      </p:sp>
      <p:cxnSp>
        <p:nvCxnSpPr>
          <p:cNvPr id="245" name="Straight Connector 244"/>
          <p:cNvCxnSpPr/>
          <p:nvPr/>
        </p:nvCxnSpPr>
        <p:spPr>
          <a:xfrm flipV="1">
            <a:off x="10466506" y="1189497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2351797" y="2135089"/>
            <a:ext cx="76200" cy="8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ounded Rectangle 296"/>
          <p:cNvSpPr/>
          <p:nvPr/>
        </p:nvSpPr>
        <p:spPr>
          <a:xfrm>
            <a:off x="9525002" y="575004"/>
            <a:ext cx="5105400" cy="42672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298" name="TextBox 297"/>
          <p:cNvSpPr txBox="1"/>
          <p:nvPr/>
        </p:nvSpPr>
        <p:spPr>
          <a:xfrm>
            <a:off x="9932261" y="540188"/>
            <a:ext cx="191582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dirty="0"/>
              <a:t>HW7_dp</a:t>
            </a:r>
            <a:endParaRPr lang="en-US" sz="4400" b="1" dirty="0"/>
          </a:p>
        </p:txBody>
      </p:sp>
      <p:sp>
        <p:nvSpPr>
          <p:cNvPr id="303" name="TextBox 302"/>
          <p:cNvSpPr txBox="1"/>
          <p:nvPr/>
        </p:nvSpPr>
        <p:spPr>
          <a:xfrm>
            <a:off x="8679197" y="963095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304" name="TextBox 303"/>
          <p:cNvSpPr txBox="1"/>
          <p:nvPr/>
        </p:nvSpPr>
        <p:spPr>
          <a:xfrm>
            <a:off x="9008094" y="2898838"/>
            <a:ext cx="4551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305" name="Rounded Rectangle 304"/>
          <p:cNvSpPr/>
          <p:nvPr/>
        </p:nvSpPr>
        <p:spPr>
          <a:xfrm>
            <a:off x="2133600" y="581243"/>
            <a:ext cx="6808473" cy="5732967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306" name="TextBox 305"/>
          <p:cNvSpPr txBox="1"/>
          <p:nvPr/>
        </p:nvSpPr>
        <p:spPr>
          <a:xfrm>
            <a:off x="2327666" y="567771"/>
            <a:ext cx="191582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dirty="0"/>
              <a:t>HW7_cu</a:t>
            </a:r>
            <a:endParaRPr lang="en-US" sz="4400" b="1" dirty="0"/>
          </a:p>
        </p:txBody>
      </p:sp>
      <p:sp>
        <p:nvSpPr>
          <p:cNvPr id="316" name="Oval 315"/>
          <p:cNvSpPr/>
          <p:nvPr/>
        </p:nvSpPr>
        <p:spPr>
          <a:xfrm>
            <a:off x="3788169" y="1293444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extBox 316"/>
          <p:cNvSpPr txBox="1"/>
          <p:nvPr/>
        </p:nvSpPr>
        <p:spPr>
          <a:xfrm>
            <a:off x="3803801" y="1408643"/>
            <a:ext cx="858532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Comp_1</a:t>
            </a:r>
          </a:p>
          <a:p>
            <a:pPr algn="r"/>
            <a:r>
              <a:rPr lang="en-US" sz="1200" dirty="0"/>
              <a:t>State: </a:t>
            </a:r>
            <a:r>
              <a:rPr lang="en-US" sz="1200" dirty="0" err="1"/>
              <a:t>WaitForBtnPress</a:t>
            </a:r>
            <a:endParaRPr lang="en-US" sz="1200" dirty="0"/>
          </a:p>
        </p:txBody>
      </p:sp>
      <p:cxnSp>
        <p:nvCxnSpPr>
          <p:cNvPr id="99" name="Curved Connector 98"/>
          <p:cNvCxnSpPr>
            <a:stCxn id="316" idx="7"/>
            <a:endCxn id="316" idx="1"/>
          </p:cNvCxnSpPr>
          <p:nvPr/>
        </p:nvCxnSpPr>
        <p:spPr>
          <a:xfrm rot="16200000" flipV="1">
            <a:off x="4283469" y="1089992"/>
            <a:ext cx="12700" cy="700460"/>
          </a:xfrm>
          <a:prstGeom prst="curvedConnector3">
            <a:avLst>
              <a:gd name="adj1" fmla="val 45307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4310892" y="654587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/>
              <a:t>button = 0</a:t>
            </a:r>
          </a:p>
        </p:txBody>
      </p:sp>
      <p:cxnSp>
        <p:nvCxnSpPr>
          <p:cNvPr id="323" name="Straight Connector 322"/>
          <p:cNvCxnSpPr>
            <a:cxnSpLocks/>
          </p:cNvCxnSpPr>
          <p:nvPr/>
        </p:nvCxnSpPr>
        <p:spPr>
          <a:xfrm flipV="1">
            <a:off x="4799615" y="1571119"/>
            <a:ext cx="570313" cy="264839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4666758" y="1909001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/>
              <a:t>button = 1</a:t>
            </a:r>
          </a:p>
        </p:txBody>
      </p:sp>
      <p:cxnSp>
        <p:nvCxnSpPr>
          <p:cNvPr id="115" name="Straight Connector 114"/>
          <p:cNvCxnSpPr/>
          <p:nvPr/>
        </p:nvCxnSpPr>
        <p:spPr>
          <a:xfrm flipV="1">
            <a:off x="1039603" y="1459115"/>
            <a:ext cx="1091784" cy="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10004" y="1036668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26446" y="6559190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Action</a:t>
            </a:r>
          </a:p>
        </p:txBody>
      </p:sp>
      <p:cxnSp>
        <p:nvCxnSpPr>
          <p:cNvPr id="135" name="Straight Connector 134"/>
          <p:cNvCxnSpPr/>
          <p:nvPr/>
        </p:nvCxnSpPr>
        <p:spPr>
          <a:xfrm>
            <a:off x="1054169" y="1831765"/>
            <a:ext cx="1079084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1452" y="1420469"/>
            <a:ext cx="125264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4057435" y="869223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139" name="Straight Connector 138"/>
          <p:cNvCxnSpPr/>
          <p:nvPr/>
        </p:nvCxnSpPr>
        <p:spPr>
          <a:xfrm flipH="1">
            <a:off x="14642062" y="1641470"/>
            <a:ext cx="5594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4031722" y="1201188"/>
            <a:ext cx="125264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1" name="Straight Connector 140"/>
          <p:cNvCxnSpPr/>
          <p:nvPr/>
        </p:nvCxnSpPr>
        <p:spPr>
          <a:xfrm flipH="1">
            <a:off x="14642062" y="1293474"/>
            <a:ext cx="5594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cxnSpLocks/>
          </p:cNvCxnSpPr>
          <p:nvPr/>
        </p:nvCxnSpPr>
        <p:spPr>
          <a:xfrm flipV="1">
            <a:off x="8203075" y="6314210"/>
            <a:ext cx="0" cy="222019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>
            <a:off x="8923770" y="1298658"/>
            <a:ext cx="643995" cy="1114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H="1">
            <a:off x="8931843" y="3314956"/>
            <a:ext cx="594921" cy="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06">
            <a:extLst>
              <a:ext uri="{FF2B5EF4-FFF2-40B4-BE49-F238E27FC236}">
                <a16:creationId xmlns:a16="http://schemas.microsoft.com/office/drawing/2014/main" id="{93C31BE3-E8DE-812D-3704-B55C42ABDAA0}"/>
              </a:ext>
            </a:extLst>
          </p:cNvPr>
          <p:cNvSpPr/>
          <p:nvPr/>
        </p:nvSpPr>
        <p:spPr>
          <a:xfrm>
            <a:off x="12136538" y="2871154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EEB4D-397E-CBAA-BFBC-7DAD4AF4E94E}"/>
              </a:ext>
            </a:extLst>
          </p:cNvPr>
          <p:cNvSpPr txBox="1"/>
          <p:nvPr/>
        </p:nvSpPr>
        <p:spPr>
          <a:xfrm>
            <a:off x="12315290" y="3024616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Comparator </a:t>
            </a:r>
            <a:endParaRPr lang="en-US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C308AE-4DC4-FBEA-AB67-F3F257FEA9EE}"/>
              </a:ext>
            </a:extLst>
          </p:cNvPr>
          <p:cNvSpPr txBox="1"/>
          <p:nvPr/>
        </p:nvSpPr>
        <p:spPr>
          <a:xfrm>
            <a:off x="11869600" y="3067488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=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F4A013-8325-3ED8-3EF6-4B9F2AFC6C86}"/>
              </a:ext>
            </a:extLst>
          </p:cNvPr>
          <p:cNvSpPr/>
          <p:nvPr/>
        </p:nvSpPr>
        <p:spPr>
          <a:xfrm>
            <a:off x="2336309" y="1467992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7A772-8067-5506-40A6-93E262C1ECCE}"/>
              </a:ext>
            </a:extLst>
          </p:cNvPr>
          <p:cNvSpPr txBox="1"/>
          <p:nvPr/>
        </p:nvSpPr>
        <p:spPr>
          <a:xfrm>
            <a:off x="2310594" y="1571119"/>
            <a:ext cx="929855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Action_0:</a:t>
            </a:r>
          </a:p>
          <a:p>
            <a:pPr algn="r"/>
            <a:r>
              <a:rPr lang="en-US" sz="1200" dirty="0"/>
              <a:t>State: </a:t>
            </a:r>
            <a:r>
              <a:rPr lang="en-US" sz="1200" dirty="0" err="1"/>
              <a:t>resetAction</a:t>
            </a:r>
            <a:endParaRPr lang="en-US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6B5609-8B9B-0605-8440-DDF9C1BDEE58}"/>
              </a:ext>
            </a:extLst>
          </p:cNvPr>
          <p:cNvCxnSpPr/>
          <p:nvPr/>
        </p:nvCxnSpPr>
        <p:spPr>
          <a:xfrm>
            <a:off x="3330155" y="1794574"/>
            <a:ext cx="413838" cy="8029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4E1231-0AA2-7120-282F-F5901C3E0E54}"/>
              </a:ext>
            </a:extLst>
          </p:cNvPr>
          <p:cNvCxnSpPr>
            <a:cxnSpLocks/>
          </p:cNvCxnSpPr>
          <p:nvPr/>
        </p:nvCxnSpPr>
        <p:spPr>
          <a:xfrm>
            <a:off x="6324601" y="6314210"/>
            <a:ext cx="0" cy="222019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BEA00D9-FDD7-3358-C034-59B991E63C0D}"/>
              </a:ext>
            </a:extLst>
          </p:cNvPr>
          <p:cNvSpPr txBox="1"/>
          <p:nvPr/>
        </p:nvSpPr>
        <p:spPr>
          <a:xfrm>
            <a:off x="5003482" y="6556468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Button</a:t>
            </a:r>
          </a:p>
        </p:txBody>
      </p:sp>
      <p:sp>
        <p:nvSpPr>
          <p:cNvPr id="20" name="Rounded Rectangle 304">
            <a:extLst>
              <a:ext uri="{FF2B5EF4-FFF2-40B4-BE49-F238E27FC236}">
                <a16:creationId xmlns:a16="http://schemas.microsoft.com/office/drawing/2014/main" id="{BA60931C-15F3-FAF4-1657-6714144D33AF}"/>
              </a:ext>
            </a:extLst>
          </p:cNvPr>
          <p:cNvSpPr/>
          <p:nvPr/>
        </p:nvSpPr>
        <p:spPr>
          <a:xfrm>
            <a:off x="1550923" y="152401"/>
            <a:ext cx="13870072" cy="8122374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5742DF-5C87-5EB2-D52E-3FE849D2BB48}"/>
              </a:ext>
            </a:extLst>
          </p:cNvPr>
          <p:cNvSpPr txBox="1"/>
          <p:nvPr/>
        </p:nvSpPr>
        <p:spPr>
          <a:xfrm>
            <a:off x="2085523" y="88270"/>
            <a:ext cx="3600891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dirty="0"/>
              <a:t>button_debounce</a:t>
            </a:r>
            <a:endParaRPr lang="en-US" sz="4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6E3A14-4AD9-D0F3-9678-7A181AFDEC10}"/>
              </a:ext>
            </a:extLst>
          </p:cNvPr>
          <p:cNvSpPr/>
          <p:nvPr/>
        </p:nvSpPr>
        <p:spPr>
          <a:xfrm>
            <a:off x="5354296" y="866129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6D7AB-9BDF-928B-903A-1489290CBBB2}"/>
              </a:ext>
            </a:extLst>
          </p:cNvPr>
          <p:cNvSpPr txBox="1"/>
          <p:nvPr/>
        </p:nvSpPr>
        <p:spPr>
          <a:xfrm>
            <a:off x="5369928" y="981328"/>
            <a:ext cx="858532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Init </a:t>
            </a:r>
            <a:r>
              <a:rPr lang="en-US" sz="1200" dirty="0" err="1"/>
              <a:t>i</a:t>
            </a:r>
            <a:r>
              <a:rPr lang="en-US" sz="1200" dirty="0"/>
              <a:t> = 0</a:t>
            </a:r>
          </a:p>
          <a:p>
            <a:pPr algn="r"/>
            <a:r>
              <a:rPr lang="en-US" sz="1200" dirty="0"/>
              <a:t>State: delay_20msec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9E5FB8-664E-FF20-A8B6-62012829560F}"/>
              </a:ext>
            </a:extLst>
          </p:cNvPr>
          <p:cNvCxnSpPr/>
          <p:nvPr/>
        </p:nvCxnSpPr>
        <p:spPr>
          <a:xfrm>
            <a:off x="6365742" y="1408643"/>
            <a:ext cx="413838" cy="8029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0A2B0F0-1EEF-8FA2-6715-A0E60C26AE72}"/>
              </a:ext>
            </a:extLst>
          </p:cNvPr>
          <p:cNvSpPr/>
          <p:nvPr/>
        </p:nvSpPr>
        <p:spPr>
          <a:xfrm>
            <a:off x="6728234" y="907513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B78603-F1BD-AFB3-1A47-8AD23A1476B5}"/>
              </a:ext>
            </a:extLst>
          </p:cNvPr>
          <p:cNvSpPr txBox="1"/>
          <p:nvPr/>
        </p:nvSpPr>
        <p:spPr>
          <a:xfrm>
            <a:off x="6743866" y="1022712"/>
            <a:ext cx="858532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Comp_2: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16A87A9-D769-FDF3-81CD-0913BF5B89FD}"/>
              </a:ext>
            </a:extLst>
          </p:cNvPr>
          <p:cNvSpPr txBox="1"/>
          <p:nvPr/>
        </p:nvSpPr>
        <p:spPr>
          <a:xfrm>
            <a:off x="7200411" y="1766340"/>
            <a:ext cx="1745188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i</a:t>
            </a:r>
            <a:r>
              <a:rPr lang="en-US" sz="1400" dirty="0"/>
              <a:t> &lt; 2000 (</a:t>
            </a:r>
            <a:r>
              <a:rPr lang="en-US" sz="1400" dirty="0" err="1"/>
              <a:t>sw</a:t>
            </a:r>
            <a:r>
              <a:rPr lang="en-US" sz="1400" dirty="0"/>
              <a:t> = 0)</a:t>
            </a: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A705404D-6AB9-152A-03EC-FD11866386B7}"/>
              </a:ext>
            </a:extLst>
          </p:cNvPr>
          <p:cNvSpPr/>
          <p:nvPr/>
        </p:nvSpPr>
        <p:spPr>
          <a:xfrm>
            <a:off x="7679108" y="2265910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BD07FBD-A13F-8A19-D7E5-BBAC8E8CC4E9}"/>
              </a:ext>
            </a:extLst>
          </p:cNvPr>
          <p:cNvSpPr txBox="1"/>
          <p:nvPr/>
        </p:nvSpPr>
        <p:spPr>
          <a:xfrm>
            <a:off x="7694740" y="2381109"/>
            <a:ext cx="858532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Inc_1: </a:t>
            </a:r>
            <a:r>
              <a:rPr lang="en-US" sz="1200" dirty="0" err="1"/>
              <a:t>i</a:t>
            </a:r>
            <a:r>
              <a:rPr lang="en-US" sz="1200" dirty="0"/>
              <a:t>++</a:t>
            </a:r>
          </a:p>
        </p:txBody>
      </p:sp>
      <p:cxnSp>
        <p:nvCxnSpPr>
          <p:cNvPr id="235" name="Curved Connector 98">
            <a:extLst>
              <a:ext uri="{FF2B5EF4-FFF2-40B4-BE49-F238E27FC236}">
                <a16:creationId xmlns:a16="http://schemas.microsoft.com/office/drawing/2014/main" id="{3486AC40-3E03-49C4-47F8-23D8D6F1283D}"/>
              </a:ext>
            </a:extLst>
          </p:cNvPr>
          <p:cNvCxnSpPr>
            <a:cxnSpLocks/>
            <a:stCxn id="228" idx="2"/>
            <a:endCxn id="28" idx="3"/>
          </p:cNvCxnSpPr>
          <p:nvPr/>
        </p:nvCxnSpPr>
        <p:spPr>
          <a:xfrm rot="10800000">
            <a:off x="6873304" y="1762996"/>
            <a:ext cx="805804" cy="1004045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urved Connector 98">
            <a:extLst>
              <a:ext uri="{FF2B5EF4-FFF2-40B4-BE49-F238E27FC236}">
                <a16:creationId xmlns:a16="http://schemas.microsoft.com/office/drawing/2014/main" id="{12BA1EA0-C77D-BBA6-D8BE-0432399E797F}"/>
              </a:ext>
            </a:extLst>
          </p:cNvPr>
          <p:cNvCxnSpPr>
            <a:cxnSpLocks/>
            <a:stCxn id="28" idx="6"/>
            <a:endCxn id="228" idx="0"/>
          </p:cNvCxnSpPr>
          <p:nvPr/>
        </p:nvCxnSpPr>
        <p:spPr>
          <a:xfrm>
            <a:off x="7718834" y="1408643"/>
            <a:ext cx="455574" cy="85726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urved Connector 98">
            <a:extLst>
              <a:ext uri="{FF2B5EF4-FFF2-40B4-BE49-F238E27FC236}">
                <a16:creationId xmlns:a16="http://schemas.microsoft.com/office/drawing/2014/main" id="{BE556253-ADCB-980E-97E6-7C01E9FF5C8B}"/>
              </a:ext>
            </a:extLst>
          </p:cNvPr>
          <p:cNvCxnSpPr>
            <a:cxnSpLocks/>
            <a:endCxn id="254" idx="2"/>
          </p:cNvCxnSpPr>
          <p:nvPr/>
        </p:nvCxnSpPr>
        <p:spPr>
          <a:xfrm rot="16200000" flipH="1">
            <a:off x="5682598" y="2713244"/>
            <a:ext cx="2839074" cy="69402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CE934039-4BE3-775A-8FB7-FD87EECADF05}"/>
              </a:ext>
            </a:extLst>
          </p:cNvPr>
          <p:cNvSpPr/>
          <p:nvPr/>
        </p:nvSpPr>
        <p:spPr>
          <a:xfrm>
            <a:off x="7449146" y="3978662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9E0CF14-87A9-8EB9-2596-28DD6340A5F3}"/>
              </a:ext>
            </a:extLst>
          </p:cNvPr>
          <p:cNvSpPr txBox="1"/>
          <p:nvPr/>
        </p:nvSpPr>
        <p:spPr>
          <a:xfrm>
            <a:off x="7423432" y="4081789"/>
            <a:ext cx="858532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Comp_3 State: </a:t>
            </a:r>
            <a:r>
              <a:rPr lang="en-US" sz="1200" dirty="0" err="1"/>
              <a:t>WaitForBtnRelease</a:t>
            </a:r>
            <a:endParaRPr lang="en-US" sz="1200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8F7F2071-2516-6537-74A3-695937B5C9D3}"/>
              </a:ext>
            </a:extLst>
          </p:cNvPr>
          <p:cNvSpPr txBox="1"/>
          <p:nvPr/>
        </p:nvSpPr>
        <p:spPr>
          <a:xfrm>
            <a:off x="5943600" y="3121395"/>
            <a:ext cx="1745188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i</a:t>
            </a:r>
            <a:r>
              <a:rPr lang="en-US" sz="1400" dirty="0"/>
              <a:t> &gt;= 2000 (</a:t>
            </a:r>
            <a:r>
              <a:rPr lang="en-US" sz="1400" dirty="0" err="1"/>
              <a:t>sw</a:t>
            </a:r>
            <a:r>
              <a:rPr lang="en-US" sz="1400" dirty="0"/>
              <a:t> = 1)</a:t>
            </a:r>
          </a:p>
        </p:txBody>
      </p:sp>
      <p:cxnSp>
        <p:nvCxnSpPr>
          <p:cNvPr id="292" name="Curved Connector 98">
            <a:extLst>
              <a:ext uri="{FF2B5EF4-FFF2-40B4-BE49-F238E27FC236}">
                <a16:creationId xmlns:a16="http://schemas.microsoft.com/office/drawing/2014/main" id="{3A490907-78F2-41EF-0A26-A4A86891C923}"/>
              </a:ext>
            </a:extLst>
          </p:cNvPr>
          <p:cNvCxnSpPr>
            <a:cxnSpLocks/>
          </p:cNvCxnSpPr>
          <p:nvPr/>
        </p:nvCxnSpPr>
        <p:spPr>
          <a:xfrm rot="16200000" flipV="1">
            <a:off x="7951098" y="3756449"/>
            <a:ext cx="12700" cy="700460"/>
          </a:xfrm>
          <a:prstGeom prst="curvedConnector3">
            <a:avLst>
              <a:gd name="adj1" fmla="val 45307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C4C6D04A-764D-008B-D2F6-CE019AF72709}"/>
              </a:ext>
            </a:extLst>
          </p:cNvPr>
          <p:cNvSpPr txBox="1"/>
          <p:nvPr/>
        </p:nvSpPr>
        <p:spPr>
          <a:xfrm>
            <a:off x="7985868" y="3377139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/>
              <a:t>button = 1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8F1B9A1-D9C0-1781-EBB6-742F8651A20E}"/>
              </a:ext>
            </a:extLst>
          </p:cNvPr>
          <p:cNvSpPr txBox="1"/>
          <p:nvPr/>
        </p:nvSpPr>
        <p:spPr>
          <a:xfrm>
            <a:off x="7405463" y="5200744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/>
              <a:t>button = 0</a:t>
            </a:r>
          </a:p>
        </p:txBody>
      </p:sp>
      <p:cxnSp>
        <p:nvCxnSpPr>
          <p:cNvPr id="300" name="Curved Connector 98">
            <a:extLst>
              <a:ext uri="{FF2B5EF4-FFF2-40B4-BE49-F238E27FC236}">
                <a16:creationId xmlns:a16="http://schemas.microsoft.com/office/drawing/2014/main" id="{4752AF14-BA7C-74EB-2968-24E266AE775F}"/>
              </a:ext>
            </a:extLst>
          </p:cNvPr>
          <p:cNvCxnSpPr>
            <a:cxnSpLocks/>
            <a:stCxn id="254" idx="4"/>
            <a:endCxn id="307" idx="6"/>
          </p:cNvCxnSpPr>
          <p:nvPr/>
        </p:nvCxnSpPr>
        <p:spPr>
          <a:xfrm rot="5400000">
            <a:off x="7216692" y="4615580"/>
            <a:ext cx="362412" cy="1093096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Oval 306">
            <a:extLst>
              <a:ext uri="{FF2B5EF4-FFF2-40B4-BE49-F238E27FC236}">
                <a16:creationId xmlns:a16="http://schemas.microsoft.com/office/drawing/2014/main" id="{465C6971-AA08-CFDE-B00D-CC930EF61248}"/>
              </a:ext>
            </a:extLst>
          </p:cNvPr>
          <p:cNvSpPr/>
          <p:nvPr/>
        </p:nvSpPr>
        <p:spPr>
          <a:xfrm>
            <a:off x="5860750" y="4842204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90FE864-23EE-39B1-31F5-BBA21453E571}"/>
              </a:ext>
            </a:extLst>
          </p:cNvPr>
          <p:cNvSpPr txBox="1"/>
          <p:nvPr/>
        </p:nvSpPr>
        <p:spPr>
          <a:xfrm>
            <a:off x="5876382" y="4957403"/>
            <a:ext cx="858532" cy="101566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Init </a:t>
            </a:r>
            <a:r>
              <a:rPr lang="en-US" sz="1200" dirty="0" err="1"/>
              <a:t>i</a:t>
            </a:r>
            <a:r>
              <a:rPr lang="en-US" sz="1200" dirty="0"/>
              <a:t> = 0</a:t>
            </a:r>
          </a:p>
          <a:p>
            <a:pPr algn="r"/>
            <a:r>
              <a:rPr lang="en-US" sz="1200" dirty="0"/>
              <a:t>State: delay_20msec</a:t>
            </a:r>
          </a:p>
          <a:p>
            <a:pPr algn="r"/>
            <a:endParaRPr lang="en-US" sz="1200" dirty="0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634D8AEE-40C1-87B9-82F9-EEB306AEC1CF}"/>
              </a:ext>
            </a:extLst>
          </p:cNvPr>
          <p:cNvSpPr/>
          <p:nvPr/>
        </p:nvSpPr>
        <p:spPr>
          <a:xfrm>
            <a:off x="3899456" y="2505718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3617E27-13F3-841A-A1CC-60296212CF8E}"/>
              </a:ext>
            </a:extLst>
          </p:cNvPr>
          <p:cNvSpPr txBox="1"/>
          <p:nvPr/>
        </p:nvSpPr>
        <p:spPr>
          <a:xfrm>
            <a:off x="3915088" y="2620917"/>
            <a:ext cx="858532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Inc_2: </a:t>
            </a:r>
            <a:r>
              <a:rPr lang="en-US" sz="1200" dirty="0" err="1"/>
              <a:t>i</a:t>
            </a:r>
            <a:r>
              <a:rPr lang="en-US" sz="1200" dirty="0"/>
              <a:t>++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1EA2D618-1A2B-C5D5-F41C-C33026BA26D7}"/>
              </a:ext>
            </a:extLst>
          </p:cNvPr>
          <p:cNvSpPr txBox="1"/>
          <p:nvPr/>
        </p:nvSpPr>
        <p:spPr>
          <a:xfrm>
            <a:off x="3316902" y="3697032"/>
            <a:ext cx="1745188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i</a:t>
            </a:r>
            <a:r>
              <a:rPr lang="en-US" sz="1400" dirty="0"/>
              <a:t> &lt; 2000 (</a:t>
            </a:r>
            <a:r>
              <a:rPr lang="en-US" sz="1400" dirty="0" err="1"/>
              <a:t>sw</a:t>
            </a:r>
            <a:r>
              <a:rPr lang="en-US" sz="1400" dirty="0"/>
              <a:t> = 0)</a:t>
            </a: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E1B0DAFA-E84E-B898-9CF9-DDB4000A0331}"/>
              </a:ext>
            </a:extLst>
          </p:cNvPr>
          <p:cNvSpPr/>
          <p:nvPr/>
        </p:nvSpPr>
        <p:spPr>
          <a:xfrm>
            <a:off x="4850330" y="3864115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46B25AD6-4A8E-98CB-D812-8887E44AB8D9}"/>
              </a:ext>
            </a:extLst>
          </p:cNvPr>
          <p:cNvSpPr txBox="1"/>
          <p:nvPr/>
        </p:nvSpPr>
        <p:spPr>
          <a:xfrm>
            <a:off x="4865962" y="3979314"/>
            <a:ext cx="858532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Comp_4</a:t>
            </a:r>
          </a:p>
        </p:txBody>
      </p:sp>
      <p:cxnSp>
        <p:nvCxnSpPr>
          <p:cNvPr id="314" name="Curved Connector 98">
            <a:extLst>
              <a:ext uri="{FF2B5EF4-FFF2-40B4-BE49-F238E27FC236}">
                <a16:creationId xmlns:a16="http://schemas.microsoft.com/office/drawing/2014/main" id="{6FC8A050-F5E8-36CD-2E8D-CAB810726871}"/>
              </a:ext>
            </a:extLst>
          </p:cNvPr>
          <p:cNvCxnSpPr>
            <a:cxnSpLocks/>
            <a:stCxn id="312" idx="2"/>
            <a:endCxn id="309" idx="3"/>
          </p:cNvCxnSpPr>
          <p:nvPr/>
        </p:nvCxnSpPr>
        <p:spPr>
          <a:xfrm rot="10800000">
            <a:off x="4044526" y="3361201"/>
            <a:ext cx="805804" cy="1004045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urved Connector 98">
            <a:extLst>
              <a:ext uri="{FF2B5EF4-FFF2-40B4-BE49-F238E27FC236}">
                <a16:creationId xmlns:a16="http://schemas.microsoft.com/office/drawing/2014/main" id="{17CA7CBF-CFA5-8B38-4B54-F4E870BC7440}"/>
              </a:ext>
            </a:extLst>
          </p:cNvPr>
          <p:cNvCxnSpPr>
            <a:cxnSpLocks/>
            <a:stCxn id="309" idx="6"/>
            <a:endCxn id="312" idx="0"/>
          </p:cNvCxnSpPr>
          <p:nvPr/>
        </p:nvCxnSpPr>
        <p:spPr>
          <a:xfrm>
            <a:off x="4890056" y="3006848"/>
            <a:ext cx="455574" cy="85726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urved Connector 98">
            <a:extLst>
              <a:ext uri="{FF2B5EF4-FFF2-40B4-BE49-F238E27FC236}">
                <a16:creationId xmlns:a16="http://schemas.microsoft.com/office/drawing/2014/main" id="{8BE70023-951A-9E76-A8B8-0C301471306E}"/>
              </a:ext>
            </a:extLst>
          </p:cNvPr>
          <p:cNvCxnSpPr>
            <a:cxnSpLocks/>
          </p:cNvCxnSpPr>
          <p:nvPr/>
        </p:nvCxnSpPr>
        <p:spPr>
          <a:xfrm rot="5400000">
            <a:off x="3060252" y="3354191"/>
            <a:ext cx="981365" cy="75082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8635945C-F991-E194-AC20-1424F4BA4EC0}"/>
              </a:ext>
            </a:extLst>
          </p:cNvPr>
          <p:cNvSpPr txBox="1"/>
          <p:nvPr/>
        </p:nvSpPr>
        <p:spPr>
          <a:xfrm>
            <a:off x="2174868" y="2933413"/>
            <a:ext cx="1745188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i</a:t>
            </a:r>
            <a:r>
              <a:rPr lang="en-US" sz="1400" dirty="0"/>
              <a:t> &gt;= 2000</a:t>
            </a:r>
            <a:br>
              <a:rPr lang="en-US" sz="1400" dirty="0"/>
            </a:br>
            <a:r>
              <a:rPr lang="en-US" sz="1400" dirty="0"/>
              <a:t> (Below) (</a:t>
            </a:r>
            <a:r>
              <a:rPr lang="en-US" sz="1400" dirty="0" err="1"/>
              <a:t>sw</a:t>
            </a:r>
            <a:r>
              <a:rPr lang="en-US" sz="1400" dirty="0"/>
              <a:t> = 1)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EFF0611-444B-EABA-33C4-F2B13681B412}"/>
              </a:ext>
            </a:extLst>
          </p:cNvPr>
          <p:cNvCxnSpPr>
            <a:cxnSpLocks/>
            <a:endCxn id="312" idx="5"/>
          </p:cNvCxnSpPr>
          <p:nvPr/>
        </p:nvCxnSpPr>
        <p:spPr>
          <a:xfrm flipH="1" flipV="1">
            <a:off x="5695860" y="4719597"/>
            <a:ext cx="293130" cy="33290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333D858E-BD7A-DE12-2AA9-A1EA446E0366}"/>
              </a:ext>
            </a:extLst>
          </p:cNvPr>
          <p:cNvSpPr/>
          <p:nvPr/>
        </p:nvSpPr>
        <p:spPr>
          <a:xfrm>
            <a:off x="2696746" y="4244070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076CB3A-929A-6B98-5EAA-BD1D301409A4}"/>
              </a:ext>
            </a:extLst>
          </p:cNvPr>
          <p:cNvSpPr txBox="1"/>
          <p:nvPr/>
        </p:nvSpPr>
        <p:spPr>
          <a:xfrm>
            <a:off x="2671031" y="4347197"/>
            <a:ext cx="1072961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Action_1:</a:t>
            </a:r>
          </a:p>
          <a:p>
            <a:pPr algn="r"/>
            <a:r>
              <a:rPr lang="en-US" sz="1200" dirty="0"/>
              <a:t>State: </a:t>
            </a:r>
            <a:r>
              <a:rPr lang="en-US" sz="1200" dirty="0" err="1"/>
              <a:t>activateAction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222FBD-8103-7830-5F23-3CB077F81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289" y="4980875"/>
            <a:ext cx="3320566" cy="320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7" name="Curved Connector 98">
            <a:extLst>
              <a:ext uri="{FF2B5EF4-FFF2-40B4-BE49-F238E27FC236}">
                <a16:creationId xmlns:a16="http://schemas.microsoft.com/office/drawing/2014/main" id="{80D53AF7-D248-3942-71A6-72147CAB9023}"/>
              </a:ext>
            </a:extLst>
          </p:cNvPr>
          <p:cNvCxnSpPr>
            <a:cxnSpLocks/>
            <a:stCxn id="116" idx="1"/>
            <a:endCxn id="10" idx="3"/>
          </p:cNvCxnSpPr>
          <p:nvPr/>
        </p:nvCxnSpPr>
        <p:spPr>
          <a:xfrm rot="10800000">
            <a:off x="2481379" y="2323475"/>
            <a:ext cx="189652" cy="2346889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40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30E55F-4207-C55C-BDC0-E54AAF8BB5F9}"/>
              </a:ext>
            </a:extLst>
          </p:cNvPr>
          <p:cNvSpPr/>
          <p:nvPr/>
        </p:nvSpPr>
        <p:spPr>
          <a:xfrm>
            <a:off x="4704749" y="913176"/>
            <a:ext cx="3663950" cy="3658819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4B272-1091-4414-3BAA-E46BB4000AF8}"/>
              </a:ext>
            </a:extLst>
          </p:cNvPr>
          <p:cNvSpPr txBox="1"/>
          <p:nvPr/>
        </p:nvSpPr>
        <p:spPr>
          <a:xfrm>
            <a:off x="4731405" y="913176"/>
            <a:ext cx="3549374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/>
            <a:r>
              <a:rPr lang="en-US" sz="3200" b="1" dirty="0"/>
              <a:t>button_debounce</a:t>
            </a:r>
            <a:endParaRPr lang="en-US" sz="48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92E13-FFF0-DA0B-4C60-8E14E558C83F}"/>
              </a:ext>
            </a:extLst>
          </p:cNvPr>
          <p:cNvCxnSpPr>
            <a:cxnSpLocks/>
          </p:cNvCxnSpPr>
          <p:nvPr/>
        </p:nvCxnSpPr>
        <p:spPr>
          <a:xfrm>
            <a:off x="3212879" y="1970612"/>
            <a:ext cx="1488312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AAABE0-C8C4-5D70-444D-2886B244243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199249" y="2451640"/>
            <a:ext cx="1514643" cy="446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F405E9-3D62-3685-8E57-210AF8D967B1}"/>
              </a:ext>
            </a:extLst>
          </p:cNvPr>
          <p:cNvSpPr txBox="1"/>
          <p:nvPr/>
        </p:nvSpPr>
        <p:spPr>
          <a:xfrm>
            <a:off x="4688491" y="1724392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3F162-5B45-A643-8B21-D4D513FD8920}"/>
              </a:ext>
            </a:extLst>
          </p:cNvPr>
          <p:cNvSpPr txBox="1"/>
          <p:nvPr/>
        </p:nvSpPr>
        <p:spPr>
          <a:xfrm>
            <a:off x="4713892" y="2205418"/>
            <a:ext cx="1342369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9949E0C-6924-41E8-5928-7B4FF610A7C9}"/>
              </a:ext>
            </a:extLst>
          </p:cNvPr>
          <p:cNvCxnSpPr>
            <a:endCxn id="24" idx="1"/>
          </p:cNvCxnSpPr>
          <p:nvPr/>
        </p:nvCxnSpPr>
        <p:spPr>
          <a:xfrm flipV="1">
            <a:off x="3622108" y="3364025"/>
            <a:ext cx="1094729" cy="38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DDBC1-FA74-D4A1-1CB7-D6E87026D80B}"/>
              </a:ext>
            </a:extLst>
          </p:cNvPr>
          <p:cNvSpPr txBox="1"/>
          <p:nvPr/>
        </p:nvSpPr>
        <p:spPr>
          <a:xfrm>
            <a:off x="4716837" y="3117803"/>
            <a:ext cx="1342369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button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8EB070-7FB8-8432-8842-992EBB0FED55}"/>
              </a:ext>
            </a:extLst>
          </p:cNvPr>
          <p:cNvSpPr txBox="1"/>
          <p:nvPr/>
        </p:nvSpPr>
        <p:spPr>
          <a:xfrm>
            <a:off x="3028579" y="1566027"/>
            <a:ext cx="125264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3EF982-3230-B816-7600-280C6AEAF3D2}"/>
              </a:ext>
            </a:extLst>
          </p:cNvPr>
          <p:cNvSpPr txBox="1"/>
          <p:nvPr/>
        </p:nvSpPr>
        <p:spPr>
          <a:xfrm>
            <a:off x="3110267" y="2033068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394DB5-96C4-224F-5D14-FF1D8AE2DCA8}"/>
              </a:ext>
            </a:extLst>
          </p:cNvPr>
          <p:cNvSpPr txBox="1"/>
          <p:nvPr/>
        </p:nvSpPr>
        <p:spPr>
          <a:xfrm>
            <a:off x="3123854" y="2944083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button</a:t>
            </a:r>
          </a:p>
        </p:txBody>
      </p:sp>
      <p:sp>
        <p:nvSpPr>
          <p:cNvPr id="29" name="Rounded Rectangle 134">
            <a:extLst>
              <a:ext uri="{FF2B5EF4-FFF2-40B4-BE49-F238E27FC236}">
                <a16:creationId xmlns:a16="http://schemas.microsoft.com/office/drawing/2014/main" id="{9BD80277-3C38-D349-A91A-23A5DCD82072}"/>
              </a:ext>
            </a:extLst>
          </p:cNvPr>
          <p:cNvSpPr/>
          <p:nvPr/>
        </p:nvSpPr>
        <p:spPr>
          <a:xfrm>
            <a:off x="1461706" y="1528729"/>
            <a:ext cx="1751173" cy="2433671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07B3D-461C-FE45-A751-BE6C12622CDB}"/>
              </a:ext>
            </a:extLst>
          </p:cNvPr>
          <p:cNvSpPr txBox="1"/>
          <p:nvPr/>
        </p:nvSpPr>
        <p:spPr>
          <a:xfrm>
            <a:off x="1350192" y="1478170"/>
            <a:ext cx="90308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2400" b="1" dirty="0">
                <a:solidFill>
                  <a:prstClr val="black"/>
                </a:solidFill>
                <a:latin typeface="Calibri"/>
              </a:rPr>
              <a:t>tb</a:t>
            </a:r>
            <a:endParaRPr lang="en-US" sz="5867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25CCE1-EB5A-4077-BF74-F18D752E4E65}"/>
              </a:ext>
            </a:extLst>
          </p:cNvPr>
          <p:cNvCxnSpPr>
            <a:stCxn id="34" idx="3"/>
          </p:cNvCxnSpPr>
          <p:nvPr/>
        </p:nvCxnSpPr>
        <p:spPr>
          <a:xfrm flipV="1">
            <a:off x="3059779" y="3361364"/>
            <a:ext cx="675757" cy="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E83B11-FFBE-8D46-95E7-DA04EA9FBD6E}"/>
              </a:ext>
            </a:extLst>
          </p:cNvPr>
          <p:cNvSpPr txBox="1"/>
          <p:nvPr/>
        </p:nvSpPr>
        <p:spPr>
          <a:xfrm>
            <a:off x="1738979" y="3115143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button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DE405-E285-2398-9DC6-5766FBD2E5B9}"/>
              </a:ext>
            </a:extLst>
          </p:cNvPr>
          <p:cNvSpPr txBox="1"/>
          <p:nvPr/>
        </p:nvSpPr>
        <p:spPr>
          <a:xfrm>
            <a:off x="7022915" y="2453884"/>
            <a:ext cx="139023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action </a:t>
            </a:r>
          </a:p>
        </p:txBody>
      </p:sp>
      <p:sp>
        <p:nvSpPr>
          <p:cNvPr id="50" name="Rounded Rectangle 242">
            <a:extLst>
              <a:ext uri="{FF2B5EF4-FFF2-40B4-BE49-F238E27FC236}">
                <a16:creationId xmlns:a16="http://schemas.microsoft.com/office/drawing/2014/main" id="{785356CF-1DDC-39B3-21C7-BADAC79DDF15}"/>
              </a:ext>
            </a:extLst>
          </p:cNvPr>
          <p:cNvSpPr/>
          <p:nvPr/>
        </p:nvSpPr>
        <p:spPr>
          <a:xfrm>
            <a:off x="9932587" y="1589626"/>
            <a:ext cx="1751173" cy="2219231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F4D5EA-C49D-9576-40BF-0314F90D49AA}"/>
              </a:ext>
            </a:extLst>
          </p:cNvPr>
          <p:cNvSpPr txBox="1"/>
          <p:nvPr/>
        </p:nvSpPr>
        <p:spPr>
          <a:xfrm>
            <a:off x="9903574" y="1523630"/>
            <a:ext cx="1747008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2400" b="1" dirty="0">
                <a:solidFill>
                  <a:prstClr val="black"/>
                </a:solidFill>
                <a:latin typeface="Calibri"/>
              </a:rPr>
              <a:t>Lec10</a:t>
            </a:r>
            <a:endParaRPr lang="en-US" sz="5867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25A4BC-7308-D5D1-72F4-EBC7C63AA8B6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9282444" y="2043717"/>
            <a:ext cx="64359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24CCC8D-F0EC-30F4-EC9D-2EF7363B74D9}"/>
              </a:ext>
            </a:extLst>
          </p:cNvPr>
          <p:cNvCxnSpPr>
            <a:cxnSpLocks/>
          </p:cNvCxnSpPr>
          <p:nvPr/>
        </p:nvCxnSpPr>
        <p:spPr>
          <a:xfrm>
            <a:off x="9279169" y="2416752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A2C2694-2E86-4307-1A60-6D498DD735A2}"/>
              </a:ext>
            </a:extLst>
          </p:cNvPr>
          <p:cNvSpPr txBox="1"/>
          <p:nvPr/>
        </p:nvSpPr>
        <p:spPr>
          <a:xfrm>
            <a:off x="9926034" y="1797497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AC010E-A16D-0EBB-FC56-D04882FC3CB5}"/>
              </a:ext>
            </a:extLst>
          </p:cNvPr>
          <p:cNvSpPr txBox="1"/>
          <p:nvPr/>
        </p:nvSpPr>
        <p:spPr>
          <a:xfrm>
            <a:off x="9903574" y="2184704"/>
            <a:ext cx="124481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755CEA1-0785-2DD6-3658-EA3ABFFE22A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8368699" y="2742586"/>
            <a:ext cx="1563891" cy="3861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2978A91-7E6B-41F1-DF35-78BF26899A3C}"/>
              </a:ext>
            </a:extLst>
          </p:cNvPr>
          <p:cNvSpPr txBox="1"/>
          <p:nvPr/>
        </p:nvSpPr>
        <p:spPr>
          <a:xfrm>
            <a:off x="9926003" y="2625050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crtl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DDF17F-B6EE-1AB3-31F4-6802B7FF3895}"/>
              </a:ext>
            </a:extLst>
          </p:cNvPr>
          <p:cNvSpPr txBox="1"/>
          <p:nvPr/>
        </p:nvSpPr>
        <p:spPr>
          <a:xfrm>
            <a:off x="8845658" y="2742585"/>
            <a:ext cx="561669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‘0’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0E99E44-1E64-0D9B-1592-B83201648B9C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11666291" y="2895745"/>
            <a:ext cx="724353" cy="0"/>
          </a:xfrm>
          <a:prstGeom prst="line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C95A313-C7E5-EEB3-7D56-C7DDDFB9FF23}"/>
              </a:ext>
            </a:extLst>
          </p:cNvPr>
          <p:cNvSpPr txBox="1"/>
          <p:nvPr/>
        </p:nvSpPr>
        <p:spPr>
          <a:xfrm>
            <a:off x="10653567" y="2649525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Q</a:t>
            </a:r>
          </a:p>
        </p:txBody>
      </p:sp>
      <p:sp>
        <p:nvSpPr>
          <p:cNvPr id="70" name="Rounded Rectangle 67">
            <a:extLst>
              <a:ext uri="{FF2B5EF4-FFF2-40B4-BE49-F238E27FC236}">
                <a16:creationId xmlns:a16="http://schemas.microsoft.com/office/drawing/2014/main" id="{DC1EBB1C-201F-012E-1EFC-CD1EAB25E87A}"/>
              </a:ext>
            </a:extLst>
          </p:cNvPr>
          <p:cNvSpPr/>
          <p:nvPr/>
        </p:nvSpPr>
        <p:spPr>
          <a:xfrm>
            <a:off x="990600" y="457200"/>
            <a:ext cx="11785601" cy="4648200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106128-401A-316A-AC5E-C9EE4E4EA1FF}"/>
              </a:ext>
            </a:extLst>
          </p:cNvPr>
          <p:cNvSpPr txBox="1"/>
          <p:nvPr/>
        </p:nvSpPr>
        <p:spPr>
          <a:xfrm>
            <a:off x="990600" y="458780"/>
            <a:ext cx="1794933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3200" b="1" dirty="0">
                <a:solidFill>
                  <a:prstClr val="black"/>
                </a:solidFill>
                <a:latin typeface="Calibri"/>
              </a:rPr>
              <a:t>hw07_tb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FD27C3-7329-CC7C-4E94-5EB19C52A16E}"/>
              </a:ext>
            </a:extLst>
          </p:cNvPr>
          <p:cNvSpPr txBox="1"/>
          <p:nvPr/>
        </p:nvSpPr>
        <p:spPr>
          <a:xfrm>
            <a:off x="2669422" y="1716744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3D3986-4700-7D5A-A528-DF1EF0E627D4}"/>
              </a:ext>
            </a:extLst>
          </p:cNvPr>
          <p:cNvSpPr txBox="1"/>
          <p:nvPr/>
        </p:nvSpPr>
        <p:spPr>
          <a:xfrm>
            <a:off x="1926400" y="2174918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67E84ED-BE79-D371-D518-81C551B88326}"/>
              </a:ext>
            </a:extLst>
          </p:cNvPr>
          <p:cNvCxnSpPr>
            <a:cxnSpLocks/>
          </p:cNvCxnSpPr>
          <p:nvPr/>
        </p:nvCxnSpPr>
        <p:spPr>
          <a:xfrm>
            <a:off x="9274438" y="2944083"/>
            <a:ext cx="646868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EA062F3-E52E-FDC7-4B00-4E3FD21E2BBB}"/>
              </a:ext>
            </a:extLst>
          </p:cNvPr>
          <p:cNvSpPr txBox="1"/>
          <p:nvPr/>
        </p:nvSpPr>
        <p:spPr>
          <a:xfrm>
            <a:off x="10216427" y="3403637"/>
            <a:ext cx="1342369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2706004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725CD1-0918-35C9-A759-2FA7421A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1391096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9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164</Words>
  <Application>Microsoft Office PowerPoint</Application>
  <PresentationFormat>Custom</PresentationFormat>
  <Paragraphs>63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 Jeff Falkinburg</dc:creator>
  <cp:lastModifiedBy>Alves, John J C2C USAF USAFA CW/CS23</cp:lastModifiedBy>
  <cp:revision>60</cp:revision>
  <dcterms:created xsi:type="dcterms:W3CDTF">2017-02-06T02:43:30Z</dcterms:created>
  <dcterms:modified xsi:type="dcterms:W3CDTF">2026-02-04T03:31:29Z</dcterms:modified>
</cp:coreProperties>
</file>